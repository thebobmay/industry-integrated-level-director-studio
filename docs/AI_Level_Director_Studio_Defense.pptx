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21"/>
  </p:notesMasterIdLst>
  <p:sldIdLst>
    <p:sldId id="256" r:id="rId3"/>
    <p:sldId id="257" r:id="rId4"/>
    <p:sldId id="258" r:id="rId5"/>
    <p:sldId id="267" r:id="rId6"/>
    <p:sldId id="268" r:id="rId7"/>
    <p:sldId id="259" r:id="rId8"/>
    <p:sldId id="269" r:id="rId9"/>
    <p:sldId id="260" r:id="rId10"/>
    <p:sldId id="270" r:id="rId11"/>
    <p:sldId id="271" r:id="rId12"/>
    <p:sldId id="272" r:id="rId13"/>
    <p:sldId id="261" r:id="rId14"/>
    <p:sldId id="262" r:id="rId15"/>
    <p:sldId id="263" r:id="rId16"/>
    <p:sldId id="264" r:id="rId17"/>
    <p:sldId id="265" r:id="rId18"/>
    <p:sldId id="273" r:id="rId19"/>
    <p:sldId id="266" r:id="rId20"/>
  </p:sldIdLst>
  <p:sldSz cx="9144000" cy="5143500" type="screen16x9"/>
  <p:notesSz cx="6858000" cy="9144000"/>
  <p:embeddedFontLst>
    <p:embeddedFont>
      <p:font typeface="Advent Pro" panose="020B0604020202020204" charset="0"/>
      <p:regular r:id="rId22"/>
      <p:bold r:id="rId23"/>
      <p:italic r:id="rId24"/>
      <p:boldItalic r:id="rId25"/>
    </p:embeddedFont>
    <p:embeddedFont>
      <p:font typeface="Advent Pro Medium" panose="020B0604020202020204" charset="0"/>
      <p:regular r:id="rId26"/>
      <p:bold r:id="rId27"/>
      <p:italic r:id="rId28"/>
      <p:bold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Lato Black" panose="020F0502020204030203" pitchFamily="34" charset="0"/>
      <p:bold r:id="rId34"/>
      <p:boldItalic r:id="rId35"/>
    </p:embeddedFont>
    <p:embeddedFont>
      <p:font typeface="Orbitron" panose="020B0604020202020204" charset="0"/>
      <p:regular r:id="rId36"/>
      <p:bold r:id="rId37"/>
    </p:embeddedFont>
    <p:embeddedFont>
      <p:font typeface="Orbitron ExtraBold" panose="020B0604020202020204" charset="0"/>
      <p:bold r:id="rId38"/>
    </p:embeddedFont>
    <p:embeddedFont>
      <p:font typeface="Proxima Nova" panose="020B0604020202020204" charset="0"/>
      <p:regular r:id="rId39"/>
      <p:bold r:id="rId40"/>
      <p:italic r:id="rId41"/>
      <p:boldItalic r:id="rId42"/>
    </p:embeddedFont>
    <p:embeddedFont>
      <p:font typeface="Proxima Nova Semibold" panose="020B0604020202020204" charset="0"/>
      <p:regular r:id="rId43"/>
      <p:bold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AF4D09-0295-4393-A567-6F4FC3C7F077}">
  <a:tblStyle styleId="{50AF4D09-0295-4393-A567-6F4FC3C7F0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41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font" Target="fonts/font2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1519D-9F90-78A1-57D7-13EA6211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4CC35-C880-44C9-59CD-282D4BF04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C8371-95AA-71D2-8BF9-9E5BDC41C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9941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D4A35-83D5-B844-D0D4-532A885C9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C0221-B4C7-6D4A-406B-B96FC519D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7B6AF-065D-6776-AA0B-0854C8938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2339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5F07-765A-B24D-8F7D-A07F9BB74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00BE5-3E23-343F-4917-087F426342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326A4-1C8B-04B9-C34A-357B2AC88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5694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5E35B-DDA9-44D4-C0AC-CA7F4D43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9464C-3755-4B89-E829-CB2D9A484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76F75-83BF-82A2-5B87-A7DE6C903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2742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F7556-45B0-4430-8506-365772B18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BA256-3937-5A3A-2EE6-AEAFBEAE1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1FC7E-AE34-4C20-B10B-40E30508A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7334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FE14F-954A-CAE1-D9D0-F32C287A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342F4-E9E3-DFB1-89B2-AE4E1AF99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93CBE-BA55-20A2-5410-5AE359D4D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873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37184-8711-CCDF-9135-6D6E3F6F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585D7-49C2-7E8C-F08A-12127FA251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291B7-C565-E9C3-A390-47F4ADC94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31716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-259862" y="786553"/>
            <a:ext cx="1443946" cy="721968"/>
            <a:chOff x="311697" y="-12"/>
            <a:chExt cx="4437449" cy="2218709"/>
          </a:xfrm>
        </p:grpSpPr>
        <p:sp>
          <p:nvSpPr>
            <p:cNvPr id="14" name="Google Shape;1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344" name="Google Shape;34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3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674" name="Google Shape;674;p3"/>
            <p:cNvGrpSpPr/>
            <p:nvPr/>
          </p:nvGrpSpPr>
          <p:grpSpPr>
            <a:xfrm>
              <a:off x="2788951" y="3310126"/>
              <a:ext cx="831787" cy="721972"/>
              <a:chOff x="2788951" y="3310126"/>
              <a:chExt cx="831787" cy="721972"/>
            </a:xfrm>
          </p:grpSpPr>
          <p:sp>
            <p:nvSpPr>
              <p:cNvPr id="675" name="Google Shape;675;p3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3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724" name="Google Shape;724;p3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7" name="Google Shape;727;p3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8" name="Google Shape;728;p3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29" name="Google Shape;729;p3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"/>
          <p:cNvSpPr txBox="1">
            <a:spLocks noGrp="1"/>
          </p:cNvSpPr>
          <p:nvPr>
            <p:ph type="body" idx="1"/>
          </p:nvPr>
        </p:nvSpPr>
        <p:spPr>
          <a:xfrm>
            <a:off x="778900" y="1013975"/>
            <a:ext cx="7072500" cy="3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2" name="Google Shape;732;p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"/>
          <p:cNvSpPr txBox="1">
            <a:spLocks noGrp="1"/>
          </p:cNvSpPr>
          <p:nvPr>
            <p:ph type="subTitle" idx="1"/>
          </p:nvPr>
        </p:nvSpPr>
        <p:spPr>
          <a:xfrm>
            <a:off x="15240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5"/>
          <p:cNvSpPr txBox="1">
            <a:spLocks noGrp="1"/>
          </p:cNvSpPr>
          <p:nvPr>
            <p:ph type="subTitle" idx="2"/>
          </p:nvPr>
        </p:nvSpPr>
        <p:spPr>
          <a:xfrm>
            <a:off x="15240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"/>
          <p:cNvSpPr txBox="1">
            <a:spLocks noGrp="1"/>
          </p:cNvSpPr>
          <p:nvPr>
            <p:ph type="subTitle" idx="3"/>
          </p:nvPr>
        </p:nvSpPr>
        <p:spPr>
          <a:xfrm>
            <a:off x="48768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5"/>
          <p:cNvSpPr txBox="1">
            <a:spLocks noGrp="1"/>
          </p:cNvSpPr>
          <p:nvPr>
            <p:ph type="subTitle" idx="4"/>
          </p:nvPr>
        </p:nvSpPr>
        <p:spPr>
          <a:xfrm>
            <a:off x="48768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6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"/>
          <p:cNvSpPr txBox="1">
            <a:spLocks noGrp="1"/>
          </p:cNvSpPr>
          <p:nvPr>
            <p:ph type="body" idx="1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marL="1828800" lvl="3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marL="2286000" lvl="4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marL="2743200" lvl="5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marL="3200400" lvl="6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marL="3657600" lvl="7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marL="4114800" lvl="8" indent="-330200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43" name="Google Shape;743;p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8"/>
          <p:cNvGrpSpPr/>
          <p:nvPr/>
        </p:nvGrpSpPr>
        <p:grpSpPr>
          <a:xfrm flipH="1">
            <a:off x="3794690" y="3966899"/>
            <a:ext cx="882039" cy="932704"/>
            <a:chOff x="7230575" y="3501811"/>
            <a:chExt cx="1540410" cy="1636035"/>
          </a:xfrm>
        </p:grpSpPr>
        <p:grpSp>
          <p:nvGrpSpPr>
            <p:cNvPr id="746" name="Google Shape;746;p8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747" name="Google Shape;747;p8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8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793" name="Google Shape;793;p8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8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8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8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8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8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8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8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8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8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8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8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8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8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8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8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8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8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8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8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8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8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8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8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8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8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8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8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8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8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8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8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8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8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8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8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8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8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8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8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8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8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8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2" name="Google Shape;932;p8"/>
          <p:cNvGrpSpPr/>
          <p:nvPr/>
        </p:nvGrpSpPr>
        <p:grpSpPr>
          <a:xfrm flipH="1">
            <a:off x="4772527" y="4289713"/>
            <a:ext cx="576768" cy="609899"/>
            <a:chOff x="6163859" y="4325295"/>
            <a:chExt cx="1007280" cy="1069810"/>
          </a:xfrm>
        </p:grpSpPr>
        <p:sp>
          <p:nvSpPr>
            <p:cNvPr id="933" name="Google Shape;933;p8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8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8"/>
          <p:cNvSpPr txBox="1">
            <a:spLocks noGrp="1"/>
          </p:cNvSpPr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19" name="Google Shape;1119;p8"/>
          <p:cNvGrpSpPr/>
          <p:nvPr/>
        </p:nvGrpSpPr>
        <p:grpSpPr>
          <a:xfrm>
            <a:off x="7398069" y="2977147"/>
            <a:ext cx="1128443" cy="564218"/>
            <a:chOff x="311697" y="-12"/>
            <a:chExt cx="4437449" cy="2218709"/>
          </a:xfrm>
        </p:grpSpPr>
        <p:sp>
          <p:nvSpPr>
            <p:cNvPr id="1120" name="Google Shape;112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8"/>
          <p:cNvGrpSpPr/>
          <p:nvPr/>
        </p:nvGrpSpPr>
        <p:grpSpPr>
          <a:xfrm>
            <a:off x="560813" y="539503"/>
            <a:ext cx="1443946" cy="721968"/>
            <a:chOff x="311697" y="-12"/>
            <a:chExt cx="4437449" cy="2218709"/>
          </a:xfrm>
        </p:grpSpPr>
        <p:sp>
          <p:nvSpPr>
            <p:cNvPr id="1450" name="Google Shape;145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9" name="Google Shape;1779;p8"/>
          <p:cNvGrpSpPr/>
          <p:nvPr/>
        </p:nvGrpSpPr>
        <p:grpSpPr>
          <a:xfrm>
            <a:off x="4103916" y="1106508"/>
            <a:ext cx="264001" cy="226285"/>
            <a:chOff x="753950" y="238125"/>
            <a:chExt cx="6111125" cy="5238075"/>
          </a:xfrm>
        </p:grpSpPr>
        <p:sp>
          <p:nvSpPr>
            <p:cNvPr id="1780" name="Google Shape;1780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8"/>
          <p:cNvGrpSpPr/>
          <p:nvPr/>
        </p:nvGrpSpPr>
        <p:grpSpPr>
          <a:xfrm>
            <a:off x="4439996" y="1106508"/>
            <a:ext cx="264001" cy="226285"/>
            <a:chOff x="753950" y="238125"/>
            <a:chExt cx="6111125" cy="5238075"/>
          </a:xfrm>
        </p:grpSpPr>
        <p:sp>
          <p:nvSpPr>
            <p:cNvPr id="1808" name="Google Shape;1808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8"/>
          <p:cNvGrpSpPr/>
          <p:nvPr/>
        </p:nvGrpSpPr>
        <p:grpSpPr>
          <a:xfrm>
            <a:off x="4776076" y="1106508"/>
            <a:ext cx="264001" cy="226285"/>
            <a:chOff x="753950" y="238125"/>
            <a:chExt cx="6111125" cy="5238075"/>
          </a:xfrm>
        </p:grpSpPr>
        <p:sp>
          <p:nvSpPr>
            <p:cNvPr id="1836" name="Google Shape;1836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9"/>
          <p:cNvSpPr txBox="1">
            <a:spLocks noGrp="1"/>
          </p:cNvSpPr>
          <p:nvPr>
            <p:ph type="subTitle" idx="1"/>
          </p:nvPr>
        </p:nvSpPr>
        <p:spPr>
          <a:xfrm>
            <a:off x="4090675" y="633550"/>
            <a:ext cx="3101700" cy="123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sz="1600" b="1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sz="1600" b="1"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sz="1600" b="1"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sz="1600" b="1"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sz="1600" b="1"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sz="1600" b="1"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sz="1600" b="1"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sz="1600" b="1"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sz="1600" b="1"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865" name="Google Shape;1865;p9"/>
          <p:cNvSpPr txBox="1">
            <a:spLocks noGrp="1"/>
          </p:cNvSpPr>
          <p:nvPr>
            <p:ph type="body" idx="2"/>
          </p:nvPr>
        </p:nvSpPr>
        <p:spPr>
          <a:xfrm>
            <a:off x="4090675" y="1964600"/>
            <a:ext cx="4291200" cy="25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1866" name="Google Shape;1866;p9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867" name="Google Shape;1867;p9"/>
          <p:cNvGrpSpPr/>
          <p:nvPr/>
        </p:nvGrpSpPr>
        <p:grpSpPr>
          <a:xfrm>
            <a:off x="0" y="4025575"/>
            <a:ext cx="3271200" cy="1302100"/>
            <a:chOff x="0" y="4025575"/>
            <a:chExt cx="3271200" cy="1302100"/>
          </a:xfrm>
        </p:grpSpPr>
        <p:sp>
          <p:nvSpPr>
            <p:cNvPr id="1868" name="Google Shape;1868;p9"/>
            <p:cNvSpPr/>
            <p:nvPr/>
          </p:nvSpPr>
          <p:spPr>
            <a:xfrm>
              <a:off x="0" y="4025575"/>
              <a:ext cx="32712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9"/>
            <p:cNvSpPr/>
            <p:nvPr/>
          </p:nvSpPr>
          <p:spPr>
            <a:xfrm>
              <a:off x="0" y="4598775"/>
              <a:ext cx="32712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9"/>
            <p:cNvSpPr/>
            <p:nvPr/>
          </p:nvSpPr>
          <p:spPr>
            <a:xfrm>
              <a:off x="0" y="4760675"/>
              <a:ext cx="32712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1" name="Google Shape;1871;p9"/>
          <p:cNvGrpSpPr/>
          <p:nvPr/>
        </p:nvGrpSpPr>
        <p:grpSpPr>
          <a:xfrm>
            <a:off x="1180687" y="1797419"/>
            <a:ext cx="925262" cy="2313176"/>
            <a:chOff x="2761775" y="238125"/>
            <a:chExt cx="2094300" cy="5235800"/>
          </a:xfrm>
        </p:grpSpPr>
        <p:sp>
          <p:nvSpPr>
            <p:cNvPr id="1872" name="Google Shape;1872;p9"/>
            <p:cNvSpPr/>
            <p:nvPr/>
          </p:nvSpPr>
          <p:spPr>
            <a:xfrm>
              <a:off x="4018325" y="4845575"/>
              <a:ext cx="209425" cy="418875"/>
            </a:xfrm>
            <a:custGeom>
              <a:avLst/>
              <a:gdLst/>
              <a:ahLst/>
              <a:cxnLst/>
              <a:rect l="l" t="t" r="r" b="b"/>
              <a:pathLst>
                <a:path w="8377" h="16755" extrusionOk="0">
                  <a:moveTo>
                    <a:pt x="1" y="0"/>
                  </a:moveTo>
                  <a:lnTo>
                    <a:pt x="1" y="16755"/>
                  </a:lnTo>
                  <a:lnTo>
                    <a:pt x="8376" y="16755"/>
                  </a:lnTo>
                  <a:lnTo>
                    <a:pt x="837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9"/>
            <p:cNvSpPr/>
            <p:nvPr/>
          </p:nvSpPr>
          <p:spPr>
            <a:xfrm>
              <a:off x="3390000" y="4845575"/>
              <a:ext cx="209500" cy="418875"/>
            </a:xfrm>
            <a:custGeom>
              <a:avLst/>
              <a:gdLst/>
              <a:ahLst/>
              <a:cxnLst/>
              <a:rect l="l" t="t" r="r" b="b"/>
              <a:pathLst>
                <a:path w="8380" h="16755" extrusionOk="0">
                  <a:moveTo>
                    <a:pt x="0" y="0"/>
                  </a:moveTo>
                  <a:lnTo>
                    <a:pt x="0" y="16755"/>
                  </a:lnTo>
                  <a:lnTo>
                    <a:pt x="8380" y="16755"/>
                  </a:lnTo>
                  <a:lnTo>
                    <a:pt x="838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9"/>
            <p:cNvSpPr/>
            <p:nvPr/>
          </p:nvSpPr>
          <p:spPr>
            <a:xfrm>
              <a:off x="2761775" y="866450"/>
              <a:ext cx="2094300" cy="1675475"/>
            </a:xfrm>
            <a:custGeom>
              <a:avLst/>
              <a:gdLst/>
              <a:ahLst/>
              <a:cxnLst/>
              <a:rect l="l" t="t" r="r" b="b"/>
              <a:pathLst>
                <a:path w="83772" h="67019" extrusionOk="0">
                  <a:moveTo>
                    <a:pt x="33509" y="16755"/>
                  </a:moveTo>
                  <a:lnTo>
                    <a:pt x="33509" y="25130"/>
                  </a:lnTo>
                  <a:lnTo>
                    <a:pt x="25133" y="25130"/>
                  </a:lnTo>
                  <a:lnTo>
                    <a:pt x="25133" y="16755"/>
                  </a:lnTo>
                  <a:close/>
                  <a:moveTo>
                    <a:pt x="58642" y="16755"/>
                  </a:moveTo>
                  <a:lnTo>
                    <a:pt x="58642" y="25130"/>
                  </a:lnTo>
                  <a:lnTo>
                    <a:pt x="50263" y="25130"/>
                  </a:lnTo>
                  <a:lnTo>
                    <a:pt x="50263" y="16755"/>
                  </a:lnTo>
                  <a:close/>
                  <a:moveTo>
                    <a:pt x="50263" y="33509"/>
                  </a:moveTo>
                  <a:lnTo>
                    <a:pt x="50263" y="41885"/>
                  </a:lnTo>
                  <a:lnTo>
                    <a:pt x="33509" y="41885"/>
                  </a:lnTo>
                  <a:lnTo>
                    <a:pt x="33509" y="33509"/>
                  </a:lnTo>
                  <a:close/>
                  <a:moveTo>
                    <a:pt x="58642" y="1"/>
                  </a:moveTo>
                  <a:lnTo>
                    <a:pt x="58642" y="8376"/>
                  </a:lnTo>
                  <a:lnTo>
                    <a:pt x="8379" y="8376"/>
                  </a:lnTo>
                  <a:lnTo>
                    <a:pt x="8379" y="16755"/>
                  </a:lnTo>
                  <a:lnTo>
                    <a:pt x="0" y="16755"/>
                  </a:lnTo>
                  <a:lnTo>
                    <a:pt x="0" y="25130"/>
                  </a:lnTo>
                  <a:lnTo>
                    <a:pt x="8379" y="25130"/>
                  </a:lnTo>
                  <a:lnTo>
                    <a:pt x="8379" y="50264"/>
                  </a:lnTo>
                  <a:lnTo>
                    <a:pt x="33509" y="50264"/>
                  </a:lnTo>
                  <a:lnTo>
                    <a:pt x="33509" y="67018"/>
                  </a:lnTo>
                  <a:lnTo>
                    <a:pt x="50263" y="67018"/>
                  </a:lnTo>
                  <a:lnTo>
                    <a:pt x="50263" y="50264"/>
                  </a:lnTo>
                  <a:lnTo>
                    <a:pt x="75396" y="50264"/>
                  </a:lnTo>
                  <a:lnTo>
                    <a:pt x="75396" y="25130"/>
                  </a:lnTo>
                  <a:lnTo>
                    <a:pt x="83771" y="25130"/>
                  </a:lnTo>
                  <a:lnTo>
                    <a:pt x="83771" y="16755"/>
                  </a:lnTo>
                  <a:lnTo>
                    <a:pt x="75396" y="16755"/>
                  </a:lnTo>
                  <a:lnTo>
                    <a:pt x="75396" y="8376"/>
                  </a:lnTo>
                  <a:lnTo>
                    <a:pt x="67017" y="8376"/>
                  </a:lnTo>
                  <a:lnTo>
                    <a:pt x="670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9"/>
            <p:cNvSpPr/>
            <p:nvPr/>
          </p:nvSpPr>
          <p:spPr>
            <a:xfrm>
              <a:off x="2971250" y="2332400"/>
              <a:ext cx="1675450" cy="1466100"/>
            </a:xfrm>
            <a:custGeom>
              <a:avLst/>
              <a:gdLst/>
              <a:ahLst/>
              <a:cxnLst/>
              <a:rect l="l" t="t" r="r" b="b"/>
              <a:pathLst>
                <a:path w="67018" h="58644" extrusionOk="0">
                  <a:moveTo>
                    <a:pt x="0" y="1"/>
                  </a:moveTo>
                  <a:lnTo>
                    <a:pt x="0" y="16755"/>
                  </a:lnTo>
                  <a:lnTo>
                    <a:pt x="8375" y="16755"/>
                  </a:lnTo>
                  <a:lnTo>
                    <a:pt x="8375" y="58643"/>
                  </a:lnTo>
                  <a:lnTo>
                    <a:pt x="58638" y="58643"/>
                  </a:lnTo>
                  <a:lnTo>
                    <a:pt x="58638" y="16755"/>
                  </a:lnTo>
                  <a:lnTo>
                    <a:pt x="67017" y="16755"/>
                  </a:lnTo>
                  <a:lnTo>
                    <a:pt x="67017" y="1"/>
                  </a:lnTo>
                  <a:lnTo>
                    <a:pt x="41884" y="1"/>
                  </a:lnTo>
                  <a:lnTo>
                    <a:pt x="41884" y="8380"/>
                  </a:lnTo>
                  <a:lnTo>
                    <a:pt x="25130" y="8380"/>
                  </a:lnTo>
                  <a:lnTo>
                    <a:pt x="2513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9"/>
            <p:cNvSpPr/>
            <p:nvPr/>
          </p:nvSpPr>
          <p:spPr>
            <a:xfrm>
              <a:off x="4018325" y="1285300"/>
              <a:ext cx="209425" cy="209425"/>
            </a:xfrm>
            <a:custGeom>
              <a:avLst/>
              <a:gdLst/>
              <a:ahLst/>
              <a:cxnLst/>
              <a:rect l="l" t="t" r="r" b="b"/>
              <a:pathLst>
                <a:path w="8377" h="8377" extrusionOk="0">
                  <a:moveTo>
                    <a:pt x="1" y="1"/>
                  </a:moveTo>
                  <a:lnTo>
                    <a:pt x="1" y="8376"/>
                  </a:lnTo>
                  <a:lnTo>
                    <a:pt x="8376" y="8376"/>
                  </a:lnTo>
                  <a:lnTo>
                    <a:pt x="83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9"/>
            <p:cNvSpPr/>
            <p:nvPr/>
          </p:nvSpPr>
          <p:spPr>
            <a:xfrm>
              <a:off x="3390000" y="1285300"/>
              <a:ext cx="209500" cy="209425"/>
            </a:xfrm>
            <a:custGeom>
              <a:avLst/>
              <a:gdLst/>
              <a:ahLst/>
              <a:cxnLst/>
              <a:rect l="l" t="t" r="r" b="b"/>
              <a:pathLst>
                <a:path w="8380" h="8377" extrusionOk="0">
                  <a:moveTo>
                    <a:pt x="0" y="1"/>
                  </a:moveTo>
                  <a:lnTo>
                    <a:pt x="0" y="8376"/>
                  </a:lnTo>
                  <a:lnTo>
                    <a:pt x="8380" y="8376"/>
                  </a:lnTo>
                  <a:lnTo>
                    <a:pt x="83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9"/>
            <p:cNvSpPr/>
            <p:nvPr/>
          </p:nvSpPr>
          <p:spPr>
            <a:xfrm>
              <a:off x="3599475" y="1704075"/>
              <a:ext cx="418875" cy="209500"/>
            </a:xfrm>
            <a:custGeom>
              <a:avLst/>
              <a:gdLst/>
              <a:ahLst/>
              <a:cxnLst/>
              <a:rect l="l" t="t" r="r" b="b"/>
              <a:pathLst>
                <a:path w="16755" h="8380" extrusionOk="0">
                  <a:moveTo>
                    <a:pt x="1" y="0"/>
                  </a:moveTo>
                  <a:lnTo>
                    <a:pt x="1" y="8380"/>
                  </a:lnTo>
                  <a:lnTo>
                    <a:pt x="16755" y="8380"/>
                  </a:lnTo>
                  <a:lnTo>
                    <a:pt x="1675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9"/>
            <p:cNvSpPr/>
            <p:nvPr/>
          </p:nvSpPr>
          <p:spPr>
            <a:xfrm>
              <a:off x="4437200" y="2751275"/>
              <a:ext cx="209500" cy="1466075"/>
            </a:xfrm>
            <a:custGeom>
              <a:avLst/>
              <a:gdLst/>
              <a:ahLst/>
              <a:cxnLst/>
              <a:rect l="l" t="t" r="r" b="b"/>
              <a:pathLst>
                <a:path w="8380" h="58643" extrusionOk="0">
                  <a:moveTo>
                    <a:pt x="0" y="0"/>
                  </a:moveTo>
                  <a:lnTo>
                    <a:pt x="0" y="41888"/>
                  </a:lnTo>
                  <a:lnTo>
                    <a:pt x="0" y="50264"/>
                  </a:lnTo>
                  <a:lnTo>
                    <a:pt x="0" y="58643"/>
                  </a:lnTo>
                  <a:lnTo>
                    <a:pt x="8379" y="58643"/>
                  </a:lnTo>
                  <a:lnTo>
                    <a:pt x="83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9"/>
            <p:cNvSpPr/>
            <p:nvPr/>
          </p:nvSpPr>
          <p:spPr>
            <a:xfrm>
              <a:off x="2971250" y="2751275"/>
              <a:ext cx="209400" cy="1466075"/>
            </a:xfrm>
            <a:custGeom>
              <a:avLst/>
              <a:gdLst/>
              <a:ahLst/>
              <a:cxnLst/>
              <a:rect l="l" t="t" r="r" b="b"/>
              <a:pathLst>
                <a:path w="8376" h="58643" extrusionOk="0">
                  <a:moveTo>
                    <a:pt x="0" y="0"/>
                  </a:moveTo>
                  <a:lnTo>
                    <a:pt x="0" y="58643"/>
                  </a:lnTo>
                  <a:lnTo>
                    <a:pt x="8375" y="58643"/>
                  </a:lnTo>
                  <a:lnTo>
                    <a:pt x="8375" y="50264"/>
                  </a:lnTo>
                  <a:lnTo>
                    <a:pt x="8375" y="41888"/>
                  </a:lnTo>
                  <a:lnTo>
                    <a:pt x="8375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9"/>
            <p:cNvSpPr/>
            <p:nvPr/>
          </p:nvSpPr>
          <p:spPr>
            <a:xfrm>
              <a:off x="4018325" y="5264425"/>
              <a:ext cx="418900" cy="209500"/>
            </a:xfrm>
            <a:custGeom>
              <a:avLst/>
              <a:gdLst/>
              <a:ahLst/>
              <a:cxnLst/>
              <a:rect l="l" t="t" r="r" b="b"/>
              <a:pathLst>
                <a:path w="16756" h="8380" extrusionOk="0">
                  <a:moveTo>
                    <a:pt x="1" y="1"/>
                  </a:moveTo>
                  <a:lnTo>
                    <a:pt x="1" y="8380"/>
                  </a:lnTo>
                  <a:lnTo>
                    <a:pt x="16755" y="8380"/>
                  </a:lnTo>
                  <a:lnTo>
                    <a:pt x="1675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9"/>
            <p:cNvSpPr/>
            <p:nvPr/>
          </p:nvSpPr>
          <p:spPr>
            <a:xfrm>
              <a:off x="3180625" y="5264425"/>
              <a:ext cx="418875" cy="209500"/>
            </a:xfrm>
            <a:custGeom>
              <a:avLst/>
              <a:gdLst/>
              <a:ahLst/>
              <a:cxnLst/>
              <a:rect l="l" t="t" r="r" b="b"/>
              <a:pathLst>
                <a:path w="16755" h="8380" extrusionOk="0">
                  <a:moveTo>
                    <a:pt x="0" y="1"/>
                  </a:moveTo>
                  <a:lnTo>
                    <a:pt x="0" y="8380"/>
                  </a:lnTo>
                  <a:lnTo>
                    <a:pt x="16755" y="8380"/>
                  </a:lnTo>
                  <a:lnTo>
                    <a:pt x="1675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9"/>
            <p:cNvSpPr/>
            <p:nvPr/>
          </p:nvSpPr>
          <p:spPr>
            <a:xfrm>
              <a:off x="2761775" y="238125"/>
              <a:ext cx="2094300" cy="1047200"/>
            </a:xfrm>
            <a:custGeom>
              <a:avLst/>
              <a:gdLst/>
              <a:ahLst/>
              <a:cxnLst/>
              <a:rect l="l" t="t" r="r" b="b"/>
              <a:pathLst>
                <a:path w="83772" h="41888" extrusionOk="0">
                  <a:moveTo>
                    <a:pt x="16754" y="0"/>
                  </a:moveTo>
                  <a:lnTo>
                    <a:pt x="16754" y="8379"/>
                  </a:lnTo>
                  <a:lnTo>
                    <a:pt x="8379" y="8379"/>
                  </a:lnTo>
                  <a:lnTo>
                    <a:pt x="8379" y="16754"/>
                  </a:lnTo>
                  <a:lnTo>
                    <a:pt x="0" y="16754"/>
                  </a:lnTo>
                  <a:lnTo>
                    <a:pt x="0" y="25134"/>
                  </a:lnTo>
                  <a:lnTo>
                    <a:pt x="0" y="33509"/>
                  </a:lnTo>
                  <a:lnTo>
                    <a:pt x="0" y="41888"/>
                  </a:lnTo>
                  <a:lnTo>
                    <a:pt x="8379" y="41888"/>
                  </a:lnTo>
                  <a:lnTo>
                    <a:pt x="8379" y="33509"/>
                  </a:lnTo>
                  <a:lnTo>
                    <a:pt x="58642" y="33509"/>
                  </a:lnTo>
                  <a:lnTo>
                    <a:pt x="58642" y="25134"/>
                  </a:lnTo>
                  <a:lnTo>
                    <a:pt x="67017" y="25134"/>
                  </a:lnTo>
                  <a:lnTo>
                    <a:pt x="67017" y="33509"/>
                  </a:lnTo>
                  <a:lnTo>
                    <a:pt x="75396" y="33509"/>
                  </a:lnTo>
                  <a:lnTo>
                    <a:pt x="75396" y="41888"/>
                  </a:lnTo>
                  <a:lnTo>
                    <a:pt x="83771" y="41888"/>
                  </a:lnTo>
                  <a:lnTo>
                    <a:pt x="83771" y="33509"/>
                  </a:lnTo>
                  <a:lnTo>
                    <a:pt x="83771" y="25134"/>
                  </a:lnTo>
                  <a:lnTo>
                    <a:pt x="83771" y="16754"/>
                  </a:lnTo>
                  <a:lnTo>
                    <a:pt x="75396" y="16754"/>
                  </a:lnTo>
                  <a:lnTo>
                    <a:pt x="75396" y="8379"/>
                  </a:lnTo>
                  <a:lnTo>
                    <a:pt x="67017" y="8379"/>
                  </a:lnTo>
                  <a:lnTo>
                    <a:pt x="6701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9"/>
            <p:cNvSpPr/>
            <p:nvPr/>
          </p:nvSpPr>
          <p:spPr>
            <a:xfrm>
              <a:off x="3180625" y="3798475"/>
              <a:ext cx="1256600" cy="1047125"/>
            </a:xfrm>
            <a:custGeom>
              <a:avLst/>
              <a:gdLst/>
              <a:ahLst/>
              <a:cxnLst/>
              <a:rect l="l" t="t" r="r" b="b"/>
              <a:pathLst>
                <a:path w="50264" h="41885" extrusionOk="0">
                  <a:moveTo>
                    <a:pt x="0" y="0"/>
                  </a:moveTo>
                  <a:lnTo>
                    <a:pt x="0" y="8376"/>
                  </a:lnTo>
                  <a:lnTo>
                    <a:pt x="0" y="16755"/>
                  </a:lnTo>
                  <a:lnTo>
                    <a:pt x="0" y="41884"/>
                  </a:lnTo>
                  <a:lnTo>
                    <a:pt x="16755" y="41884"/>
                  </a:lnTo>
                  <a:lnTo>
                    <a:pt x="16755" y="16755"/>
                  </a:lnTo>
                  <a:lnTo>
                    <a:pt x="33509" y="16755"/>
                  </a:lnTo>
                  <a:lnTo>
                    <a:pt x="33509" y="41884"/>
                  </a:lnTo>
                  <a:lnTo>
                    <a:pt x="50263" y="41884"/>
                  </a:lnTo>
                  <a:lnTo>
                    <a:pt x="50263" y="16755"/>
                  </a:lnTo>
                  <a:lnTo>
                    <a:pt x="50263" y="8376"/>
                  </a:lnTo>
                  <a:lnTo>
                    <a:pt x="5026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9"/>
            <p:cNvSpPr/>
            <p:nvPr/>
          </p:nvSpPr>
          <p:spPr>
            <a:xfrm>
              <a:off x="2761775" y="1494700"/>
              <a:ext cx="209400" cy="209400"/>
            </a:xfrm>
            <a:custGeom>
              <a:avLst/>
              <a:gdLst/>
              <a:ahLst/>
              <a:cxnLst/>
              <a:rect l="l" t="t" r="r" b="b"/>
              <a:pathLst>
                <a:path w="8376" h="8376" extrusionOk="0">
                  <a:moveTo>
                    <a:pt x="0" y="0"/>
                  </a:moveTo>
                  <a:lnTo>
                    <a:pt x="0" y="8375"/>
                  </a:lnTo>
                  <a:lnTo>
                    <a:pt x="8375" y="8375"/>
                  </a:lnTo>
                  <a:lnTo>
                    <a:pt x="837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9"/>
            <p:cNvSpPr/>
            <p:nvPr/>
          </p:nvSpPr>
          <p:spPr>
            <a:xfrm>
              <a:off x="4646675" y="1494700"/>
              <a:ext cx="209400" cy="209400"/>
            </a:xfrm>
            <a:custGeom>
              <a:avLst/>
              <a:gdLst/>
              <a:ahLst/>
              <a:cxnLst/>
              <a:rect l="l" t="t" r="r" b="b"/>
              <a:pathLst>
                <a:path w="8376" h="8376" extrusionOk="0">
                  <a:moveTo>
                    <a:pt x="0" y="0"/>
                  </a:moveTo>
                  <a:lnTo>
                    <a:pt x="0" y="8375"/>
                  </a:lnTo>
                  <a:lnTo>
                    <a:pt x="8375" y="8375"/>
                  </a:lnTo>
                  <a:lnTo>
                    <a:pt x="837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0"/>
          <p:cNvSpPr>
            <a:spLocks noGrp="1"/>
          </p:cNvSpPr>
          <p:nvPr>
            <p:ph type="pic" idx="2"/>
          </p:nvPr>
        </p:nvSpPr>
        <p:spPr>
          <a:xfrm>
            <a:off x="0" y="632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89" name="Google Shape;1889;p10"/>
          <p:cNvSpPr txBox="1">
            <a:spLocks noGrp="1"/>
          </p:cNvSpPr>
          <p:nvPr>
            <p:ph type="title"/>
          </p:nvPr>
        </p:nvSpPr>
        <p:spPr>
          <a:xfrm>
            <a:off x="701025" y="627350"/>
            <a:ext cx="2210700" cy="39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1"/>
          <p:cNvSpPr txBox="1">
            <a:spLocks noGrp="1"/>
          </p:cNvSpPr>
          <p:nvPr>
            <p:ph type="title" hasCustomPrompt="1"/>
          </p:nvPr>
        </p:nvSpPr>
        <p:spPr>
          <a:xfrm>
            <a:off x="1949125" y="1106125"/>
            <a:ext cx="52458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2" name="Google Shape;1892;p11"/>
          <p:cNvSpPr txBox="1">
            <a:spLocks noGrp="1"/>
          </p:cNvSpPr>
          <p:nvPr>
            <p:ph type="body" idx="1"/>
          </p:nvPr>
        </p:nvSpPr>
        <p:spPr>
          <a:xfrm>
            <a:off x="1949075" y="3152225"/>
            <a:ext cx="52458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ctr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algn="ctr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ctr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ctr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ctr"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bg>
      <p:bgPr>
        <a:solidFill>
          <a:schemeClr val="accent6"/>
        </a:solidFill>
        <a:effectLst/>
      </p:bgPr>
    </p:bg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7" name="Google Shape;1897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8" name="Google Shape;1898;p13"/>
          <p:cNvSpPr txBox="1">
            <a:spLocks noGrp="1"/>
          </p:cNvSpPr>
          <p:nvPr>
            <p:ph type="title" idx="2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3"/>
          <p:cNvSpPr txBox="1">
            <a:spLocks noGrp="1"/>
          </p:cNvSpPr>
          <p:nvPr>
            <p:ph type="subTitle" idx="1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0" name="Google Shape;1900;p13"/>
          <p:cNvSpPr txBox="1">
            <a:spLocks noGrp="1"/>
          </p:cNvSpPr>
          <p:nvPr>
            <p:ph type="title" idx="3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1" name="Google Shape;1901;p13"/>
          <p:cNvSpPr txBox="1">
            <a:spLocks noGrp="1"/>
          </p:cNvSpPr>
          <p:nvPr>
            <p:ph type="subTitle" idx="4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2" name="Google Shape;1902;p13"/>
          <p:cNvSpPr txBox="1">
            <a:spLocks noGrp="1"/>
          </p:cNvSpPr>
          <p:nvPr>
            <p:ph type="title" idx="5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3" name="Google Shape;1903;p13"/>
          <p:cNvSpPr txBox="1">
            <a:spLocks noGrp="1"/>
          </p:cNvSpPr>
          <p:nvPr>
            <p:ph type="subTitle" idx="6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4" name="Google Shape;1904;p13"/>
          <p:cNvSpPr txBox="1">
            <a:spLocks noGrp="1"/>
          </p:cNvSpPr>
          <p:nvPr>
            <p:ph type="title" idx="7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5" name="Google Shape;1905;p13"/>
          <p:cNvSpPr txBox="1">
            <a:spLocks noGrp="1"/>
          </p:cNvSpPr>
          <p:nvPr>
            <p:ph type="subTitle" idx="8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6" name="Google Shape;1906;p13"/>
          <p:cNvSpPr txBox="1">
            <a:spLocks noGrp="1"/>
          </p:cNvSpPr>
          <p:nvPr>
            <p:ph type="title" idx="9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7" name="Google Shape;1907;p13"/>
          <p:cNvSpPr txBox="1">
            <a:spLocks noGrp="1"/>
          </p:cNvSpPr>
          <p:nvPr>
            <p:ph type="subTitle" idx="13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_1">
    <p:bg>
      <p:bgPr>
        <a:solidFill>
          <a:schemeClr val="accent6"/>
        </a:solidFill>
        <a:effectLst/>
      </p:bgPr>
    </p:bg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1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82" name="Google Shape;2282;p14"/>
          <p:cNvSpPr txBox="1">
            <a:spLocks noGrp="1"/>
          </p:cNvSpPr>
          <p:nvPr>
            <p:ph type="title" idx="2"/>
          </p:nvPr>
        </p:nvSpPr>
        <p:spPr>
          <a:xfrm>
            <a:off x="1148450" y="311760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83" name="Google Shape;2283;p14"/>
          <p:cNvSpPr txBox="1">
            <a:spLocks noGrp="1"/>
          </p:cNvSpPr>
          <p:nvPr>
            <p:ph type="subTitle" idx="1"/>
          </p:nvPr>
        </p:nvSpPr>
        <p:spPr>
          <a:xfrm>
            <a:off x="1148450" y="3529783"/>
            <a:ext cx="30888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84" name="Google Shape;2284;p14"/>
          <p:cNvSpPr txBox="1">
            <a:spLocks noGrp="1"/>
          </p:cNvSpPr>
          <p:nvPr>
            <p:ph type="title" idx="3"/>
          </p:nvPr>
        </p:nvSpPr>
        <p:spPr>
          <a:xfrm>
            <a:off x="4906750" y="311760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85" name="Google Shape;2285;p14"/>
          <p:cNvSpPr txBox="1">
            <a:spLocks noGrp="1"/>
          </p:cNvSpPr>
          <p:nvPr>
            <p:ph type="subTitle" idx="4"/>
          </p:nvPr>
        </p:nvSpPr>
        <p:spPr>
          <a:xfrm>
            <a:off x="4906750" y="3529795"/>
            <a:ext cx="30888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6"/>
        </a:solidFill>
        <a:effectLst/>
      </p:bgPr>
    </p:bg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7" name="Google Shape;2287;p15"/>
          <p:cNvGrpSpPr/>
          <p:nvPr/>
        </p:nvGrpSpPr>
        <p:grpSpPr>
          <a:xfrm>
            <a:off x="-98650" y="2037325"/>
            <a:ext cx="9352525" cy="3275625"/>
            <a:chOff x="-98650" y="2037325"/>
            <a:chExt cx="9352525" cy="3275625"/>
          </a:xfrm>
        </p:grpSpPr>
        <p:sp>
          <p:nvSpPr>
            <p:cNvPr id="2288" name="Google Shape;2288;p15"/>
            <p:cNvSpPr/>
            <p:nvPr/>
          </p:nvSpPr>
          <p:spPr>
            <a:xfrm>
              <a:off x="-98650" y="4010850"/>
              <a:ext cx="25233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-98650" y="4584050"/>
              <a:ext cx="25233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-98650" y="4745950"/>
              <a:ext cx="25233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3488175" y="4010850"/>
              <a:ext cx="57657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3488175" y="4584050"/>
              <a:ext cx="57657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3488175" y="4745950"/>
              <a:ext cx="57657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7648575" y="2037325"/>
              <a:ext cx="1031700" cy="180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7648575" y="2218332"/>
              <a:ext cx="1031700" cy="124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7648575" y="2342924"/>
              <a:ext cx="1031700" cy="1668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7" name="Google Shape;2297;p15"/>
          <p:cNvGrpSpPr/>
          <p:nvPr/>
        </p:nvGrpSpPr>
        <p:grpSpPr>
          <a:xfrm>
            <a:off x="1031000" y="3038742"/>
            <a:ext cx="263998" cy="263956"/>
            <a:chOff x="1031000" y="3038742"/>
            <a:chExt cx="263998" cy="263956"/>
          </a:xfrm>
        </p:grpSpPr>
        <p:sp>
          <p:nvSpPr>
            <p:cNvPr id="2298" name="Google Shape;229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2" name="Google Shape;2302;p15"/>
          <p:cNvGrpSpPr/>
          <p:nvPr/>
        </p:nvGrpSpPr>
        <p:grpSpPr>
          <a:xfrm>
            <a:off x="1031000" y="2611917"/>
            <a:ext cx="263998" cy="263956"/>
            <a:chOff x="1031000" y="3038742"/>
            <a:chExt cx="263998" cy="263956"/>
          </a:xfrm>
        </p:grpSpPr>
        <p:sp>
          <p:nvSpPr>
            <p:cNvPr id="2303" name="Google Shape;2303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7" name="Google Shape;2307;p15"/>
          <p:cNvGrpSpPr/>
          <p:nvPr/>
        </p:nvGrpSpPr>
        <p:grpSpPr>
          <a:xfrm>
            <a:off x="1031000" y="2185092"/>
            <a:ext cx="263998" cy="263956"/>
            <a:chOff x="1031000" y="3038742"/>
            <a:chExt cx="263998" cy="263956"/>
          </a:xfrm>
        </p:grpSpPr>
        <p:sp>
          <p:nvSpPr>
            <p:cNvPr id="2308" name="Google Shape;230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2" name="Google Shape;2312;p1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13" name="Google Shape;2313;p15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14" name="Google Shape;2314;p15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bg>
      <p:bgPr>
        <a:solidFill>
          <a:schemeClr val="accent6"/>
        </a:solidFill>
        <a:effectLst/>
      </p:bgPr>
    </p:bg>
    <p:spTree>
      <p:nvGrpSpPr>
        <p:cNvPr id="1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16"/>
          <p:cNvSpPr txBox="1">
            <a:spLocks noGrp="1"/>
          </p:cNvSpPr>
          <p:nvPr>
            <p:ph type="body" idx="1"/>
          </p:nvPr>
        </p:nvSpPr>
        <p:spPr>
          <a:xfrm>
            <a:off x="4959850" y="1974400"/>
            <a:ext cx="3135900" cy="24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317" name="Google Shape;2317;p16"/>
          <p:cNvSpPr txBox="1">
            <a:spLocks noGrp="1"/>
          </p:cNvSpPr>
          <p:nvPr>
            <p:ph type="title"/>
          </p:nvPr>
        </p:nvSpPr>
        <p:spPr>
          <a:xfrm>
            <a:off x="4959850" y="1183375"/>
            <a:ext cx="3135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_AND_BODY_1_1_1">
    <p:bg>
      <p:bgPr>
        <a:solidFill>
          <a:schemeClr val="accent6"/>
        </a:solidFill>
        <a:effectLst/>
      </p:bgPr>
    </p:bg>
    <p:spTree>
      <p:nvGrpSpPr>
        <p:cNvPr id="1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1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20" name="Google Shape;2320;p17"/>
          <p:cNvSpPr txBox="1">
            <a:spLocks noGrp="1"/>
          </p:cNvSpPr>
          <p:nvPr>
            <p:ph type="title" idx="2"/>
          </p:nvPr>
        </p:nvSpPr>
        <p:spPr>
          <a:xfrm>
            <a:off x="770594" y="3117600"/>
            <a:ext cx="2258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21" name="Google Shape;2321;p17"/>
          <p:cNvSpPr txBox="1">
            <a:spLocks noGrp="1"/>
          </p:cNvSpPr>
          <p:nvPr>
            <p:ph type="subTitle" idx="1"/>
          </p:nvPr>
        </p:nvSpPr>
        <p:spPr>
          <a:xfrm>
            <a:off x="770594" y="3529786"/>
            <a:ext cx="22587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22" name="Google Shape;2322;p17"/>
          <p:cNvSpPr txBox="1">
            <a:spLocks noGrp="1"/>
          </p:cNvSpPr>
          <p:nvPr>
            <p:ph type="title" idx="3"/>
          </p:nvPr>
        </p:nvSpPr>
        <p:spPr>
          <a:xfrm>
            <a:off x="3442651" y="3117600"/>
            <a:ext cx="2258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23" name="Google Shape;2323;p17"/>
          <p:cNvSpPr txBox="1">
            <a:spLocks noGrp="1"/>
          </p:cNvSpPr>
          <p:nvPr>
            <p:ph type="subTitle" idx="4"/>
          </p:nvPr>
        </p:nvSpPr>
        <p:spPr>
          <a:xfrm>
            <a:off x="3442651" y="3529797"/>
            <a:ext cx="22587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24" name="Google Shape;2324;p17"/>
          <p:cNvSpPr txBox="1">
            <a:spLocks noGrp="1"/>
          </p:cNvSpPr>
          <p:nvPr>
            <p:ph type="title" idx="5"/>
          </p:nvPr>
        </p:nvSpPr>
        <p:spPr>
          <a:xfrm>
            <a:off x="6114706" y="3117600"/>
            <a:ext cx="22587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25" name="Google Shape;2325;p17"/>
          <p:cNvSpPr txBox="1">
            <a:spLocks noGrp="1"/>
          </p:cNvSpPr>
          <p:nvPr>
            <p:ph type="subTitle" idx="6"/>
          </p:nvPr>
        </p:nvSpPr>
        <p:spPr>
          <a:xfrm>
            <a:off x="6114706" y="3529797"/>
            <a:ext cx="22587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bg>
      <p:bgPr>
        <a:solidFill>
          <a:schemeClr val="accent6"/>
        </a:solidFill>
        <a:effectLst/>
      </p:bgPr>
    </p:bg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7" name="Google Shape;2327;p18"/>
          <p:cNvGrpSpPr/>
          <p:nvPr/>
        </p:nvGrpSpPr>
        <p:grpSpPr>
          <a:xfrm>
            <a:off x="232963" y="174778"/>
            <a:ext cx="1443946" cy="721968"/>
            <a:chOff x="311697" y="-12"/>
            <a:chExt cx="4437449" cy="2218709"/>
          </a:xfrm>
        </p:grpSpPr>
        <p:sp>
          <p:nvSpPr>
            <p:cNvPr id="2328" name="Google Shape;232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7" name="Google Shape;2657;p18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2658" name="Google Shape;265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7" name="Google Shape;2987;p18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88" name="Google Shape;2988;p18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89" name="Google Shape;2989;p18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990" name="Google Shape;2990;p18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sp>
          <p:nvSpPr>
            <p:cNvPr id="2991" name="Google Shape;2991;p18"/>
            <p:cNvSpPr/>
            <p:nvPr/>
          </p:nvSpPr>
          <p:spPr>
            <a:xfrm>
              <a:off x="0" y="4025575"/>
              <a:ext cx="91440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8"/>
            <p:cNvSpPr/>
            <p:nvPr/>
          </p:nvSpPr>
          <p:spPr>
            <a:xfrm>
              <a:off x="0" y="4598775"/>
              <a:ext cx="91440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8"/>
            <p:cNvSpPr/>
            <p:nvPr/>
          </p:nvSpPr>
          <p:spPr>
            <a:xfrm>
              <a:off x="0" y="4760675"/>
              <a:ext cx="91440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8"/>
            <p:cNvSpPr/>
            <p:nvPr/>
          </p:nvSpPr>
          <p:spPr>
            <a:xfrm>
              <a:off x="0" y="1475275"/>
              <a:ext cx="16116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8"/>
            <p:cNvSpPr/>
            <p:nvPr/>
          </p:nvSpPr>
          <p:spPr>
            <a:xfrm>
              <a:off x="0" y="2048475"/>
              <a:ext cx="16116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8"/>
            <p:cNvSpPr/>
            <p:nvPr/>
          </p:nvSpPr>
          <p:spPr>
            <a:xfrm>
              <a:off x="0" y="2204175"/>
              <a:ext cx="1611600" cy="1821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7" name="Google Shape;2997;p18"/>
            <p:cNvGrpSpPr/>
            <p:nvPr/>
          </p:nvGrpSpPr>
          <p:grpSpPr>
            <a:xfrm>
              <a:off x="514651" y="1474590"/>
              <a:ext cx="582277" cy="2550888"/>
              <a:chOff x="573900" y="1154950"/>
              <a:chExt cx="538000" cy="2396100"/>
            </a:xfrm>
          </p:grpSpPr>
          <p:sp>
            <p:nvSpPr>
              <p:cNvPr id="2998" name="Google Shape;2998;p18"/>
              <p:cNvSpPr/>
              <p:nvPr/>
            </p:nvSpPr>
            <p:spPr>
              <a:xfrm>
                <a:off x="5739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18"/>
              <p:cNvSpPr/>
              <p:nvPr/>
            </p:nvSpPr>
            <p:spPr>
              <a:xfrm>
                <a:off x="10402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18"/>
              <p:cNvSpPr/>
              <p:nvPr/>
            </p:nvSpPr>
            <p:spPr>
              <a:xfrm>
                <a:off x="595400" y="13773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18"/>
              <p:cNvSpPr/>
              <p:nvPr/>
            </p:nvSpPr>
            <p:spPr>
              <a:xfrm>
                <a:off x="595400" y="17540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18"/>
              <p:cNvSpPr/>
              <p:nvPr/>
            </p:nvSpPr>
            <p:spPr>
              <a:xfrm>
                <a:off x="613325" y="213063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18"/>
              <p:cNvSpPr/>
              <p:nvPr/>
            </p:nvSpPr>
            <p:spPr>
              <a:xfrm>
                <a:off x="595400" y="250726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18"/>
              <p:cNvSpPr/>
              <p:nvPr/>
            </p:nvSpPr>
            <p:spPr>
              <a:xfrm>
                <a:off x="595400" y="28838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18"/>
              <p:cNvSpPr/>
              <p:nvPr/>
            </p:nvSpPr>
            <p:spPr>
              <a:xfrm>
                <a:off x="613325" y="32605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_AND_BODY_1_1_1_1">
    <p:bg>
      <p:bgPr>
        <a:solidFill>
          <a:schemeClr val="accent6"/>
        </a:solidFill>
        <a:effectLst/>
      </p:bgPr>
    </p:bg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19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8" name="Google Shape;3008;p19"/>
          <p:cNvSpPr txBox="1">
            <a:spLocks noGrp="1"/>
          </p:cNvSpPr>
          <p:nvPr>
            <p:ph type="title" idx="2"/>
          </p:nvPr>
        </p:nvSpPr>
        <p:spPr>
          <a:xfrm>
            <a:off x="159817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09" name="Google Shape;3009;p19"/>
          <p:cNvSpPr txBox="1">
            <a:spLocks noGrp="1"/>
          </p:cNvSpPr>
          <p:nvPr>
            <p:ph type="subTitle" idx="1"/>
          </p:nvPr>
        </p:nvSpPr>
        <p:spPr>
          <a:xfrm>
            <a:off x="159817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0" name="Google Shape;3010;p19"/>
          <p:cNvSpPr txBox="1">
            <a:spLocks noGrp="1"/>
          </p:cNvSpPr>
          <p:nvPr>
            <p:ph type="title" idx="3"/>
          </p:nvPr>
        </p:nvSpPr>
        <p:spPr>
          <a:xfrm>
            <a:off x="159817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1" name="Google Shape;3011;p19"/>
          <p:cNvSpPr txBox="1">
            <a:spLocks noGrp="1"/>
          </p:cNvSpPr>
          <p:nvPr>
            <p:ph type="subTitle" idx="4"/>
          </p:nvPr>
        </p:nvSpPr>
        <p:spPr>
          <a:xfrm>
            <a:off x="159817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2" name="Google Shape;3012;p19"/>
          <p:cNvSpPr txBox="1">
            <a:spLocks noGrp="1"/>
          </p:cNvSpPr>
          <p:nvPr>
            <p:ph type="title" idx="5"/>
          </p:nvPr>
        </p:nvSpPr>
        <p:spPr>
          <a:xfrm>
            <a:off x="5744226" y="1762650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3" name="Google Shape;3013;p19"/>
          <p:cNvSpPr txBox="1">
            <a:spLocks noGrp="1"/>
          </p:cNvSpPr>
          <p:nvPr>
            <p:ph type="subTitle" idx="6"/>
          </p:nvPr>
        </p:nvSpPr>
        <p:spPr>
          <a:xfrm>
            <a:off x="5744225" y="2174828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14" name="Google Shape;3014;p19"/>
          <p:cNvSpPr txBox="1">
            <a:spLocks noGrp="1"/>
          </p:cNvSpPr>
          <p:nvPr>
            <p:ph type="title" idx="7"/>
          </p:nvPr>
        </p:nvSpPr>
        <p:spPr>
          <a:xfrm>
            <a:off x="5744226" y="3271775"/>
            <a:ext cx="2620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5" name="Google Shape;3015;p19"/>
          <p:cNvSpPr txBox="1">
            <a:spLocks noGrp="1"/>
          </p:cNvSpPr>
          <p:nvPr>
            <p:ph type="subTitle" idx="8"/>
          </p:nvPr>
        </p:nvSpPr>
        <p:spPr>
          <a:xfrm>
            <a:off x="5744225" y="3683953"/>
            <a:ext cx="2620800" cy="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bg>
      <p:bgPr>
        <a:solidFill>
          <a:schemeClr val="accent6"/>
        </a:solidFill>
        <a:effectLst/>
      </p:bgPr>
    </p:bg>
    <p:spTree>
      <p:nvGrpSpPr>
        <p:cNvPr id="1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7" name="Google Shape;3017;p20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18" name="Google Shape;3018;p20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019" name="Google Shape;3019;p20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020" name="Google Shape;3020;p20"/>
          <p:cNvGrpSpPr/>
          <p:nvPr/>
        </p:nvGrpSpPr>
        <p:grpSpPr>
          <a:xfrm>
            <a:off x="1849188" y="277203"/>
            <a:ext cx="1443946" cy="721968"/>
            <a:chOff x="311697" y="-12"/>
            <a:chExt cx="4437449" cy="2218709"/>
          </a:xfrm>
        </p:grpSpPr>
        <p:sp>
          <p:nvSpPr>
            <p:cNvPr id="3021" name="Google Shape;3021;p20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20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0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0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0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20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20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0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0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0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0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0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0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0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0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0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0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0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0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0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0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0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0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0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0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0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0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0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0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0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0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0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0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0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0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0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0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0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0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0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20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20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0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0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0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0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0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0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20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20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0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0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0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0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0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0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20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20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20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20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20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20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20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20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20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20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20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20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0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0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0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0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0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0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0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0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20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20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20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20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20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20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20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20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20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20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20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20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20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20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20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20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20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20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20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20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20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20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20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20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20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20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20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20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20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20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20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20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20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20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20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20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20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20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20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20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20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20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20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20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20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20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20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20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20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20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20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20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20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20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20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20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0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0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20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20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20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20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20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20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20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20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20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20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20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20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20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20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20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20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20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20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20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20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20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20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20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20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20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20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20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20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20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20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20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20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20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20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20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20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20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20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20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20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20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20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20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20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20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20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20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0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20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20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20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20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20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20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20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20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20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20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20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20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20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20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20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20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20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20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20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20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20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20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20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20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20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20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20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20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20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20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20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0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0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20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20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20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20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20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20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20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20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20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20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20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20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20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20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0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0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0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0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0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0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0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0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20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20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20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20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20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20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20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20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20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20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20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20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20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20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20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20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20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20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20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20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20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20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20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20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20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20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20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20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20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20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20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20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20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20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20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20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20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20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20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20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20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20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20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20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20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20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20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20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20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20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20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20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20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20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20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20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20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20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20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20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20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20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20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20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20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20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20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20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20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20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20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20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20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20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20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20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20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20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20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20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20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20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20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20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20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20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20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20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20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20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20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20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0" name="Google Shape;3350;p20"/>
          <p:cNvGrpSpPr/>
          <p:nvPr/>
        </p:nvGrpSpPr>
        <p:grpSpPr>
          <a:xfrm>
            <a:off x="-387375" y="2038775"/>
            <a:ext cx="9531425" cy="3274175"/>
            <a:chOff x="-387375" y="2038775"/>
            <a:chExt cx="9531425" cy="3274175"/>
          </a:xfrm>
        </p:grpSpPr>
        <p:grpSp>
          <p:nvGrpSpPr>
            <p:cNvPr id="3351" name="Google Shape;3351;p20"/>
            <p:cNvGrpSpPr/>
            <p:nvPr/>
          </p:nvGrpSpPr>
          <p:grpSpPr>
            <a:xfrm>
              <a:off x="7767451" y="3282676"/>
              <a:ext cx="831787" cy="721972"/>
              <a:chOff x="2788951" y="3310126"/>
              <a:chExt cx="831787" cy="721972"/>
            </a:xfrm>
          </p:grpSpPr>
          <p:sp>
            <p:nvSpPr>
              <p:cNvPr id="3352" name="Google Shape;3352;p20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20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20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20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20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20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20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20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20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20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20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20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20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20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20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20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20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20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20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20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20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20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20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20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20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20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20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20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20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20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20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20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20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20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20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20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20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20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20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20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20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20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20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20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20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20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20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20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0" name="Google Shape;3400;p20"/>
            <p:cNvGrpSpPr/>
            <p:nvPr/>
          </p:nvGrpSpPr>
          <p:grpSpPr>
            <a:xfrm>
              <a:off x="-387375" y="2038775"/>
              <a:ext cx="9531425" cy="3274175"/>
              <a:chOff x="-387375" y="2038775"/>
              <a:chExt cx="9531425" cy="3274175"/>
            </a:xfrm>
          </p:grpSpPr>
          <p:grpSp>
            <p:nvGrpSpPr>
              <p:cNvPr id="3401" name="Google Shape;3401;p20"/>
              <p:cNvGrpSpPr/>
              <p:nvPr/>
            </p:nvGrpSpPr>
            <p:grpSpPr>
              <a:xfrm>
                <a:off x="-98650" y="4010850"/>
                <a:ext cx="9242700" cy="1302100"/>
                <a:chOff x="-98650" y="4010850"/>
                <a:chExt cx="9242700" cy="1302100"/>
              </a:xfrm>
            </p:grpSpPr>
            <p:sp>
              <p:nvSpPr>
                <p:cNvPr id="3402" name="Google Shape;3402;p20"/>
                <p:cNvSpPr/>
                <p:nvPr/>
              </p:nvSpPr>
              <p:spPr>
                <a:xfrm>
                  <a:off x="-98650" y="4010850"/>
                  <a:ext cx="9242700" cy="56700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3" name="Google Shape;3403;p20"/>
                <p:cNvSpPr/>
                <p:nvPr/>
              </p:nvSpPr>
              <p:spPr>
                <a:xfrm>
                  <a:off x="-98650" y="4584050"/>
                  <a:ext cx="9242700" cy="155700"/>
                </a:xfrm>
                <a:prstGeom prst="rect">
                  <a:avLst/>
                </a:pr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4" name="Google Shape;3404;p20"/>
                <p:cNvSpPr/>
                <p:nvPr/>
              </p:nvSpPr>
              <p:spPr>
                <a:xfrm>
                  <a:off x="-98650" y="4745950"/>
                  <a:ext cx="9242700" cy="567000"/>
                </a:xfrm>
                <a:prstGeom prst="rect">
                  <a:avLst/>
                </a:pr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05" name="Google Shape;3405;p20"/>
              <p:cNvGrpSpPr/>
              <p:nvPr/>
            </p:nvGrpSpPr>
            <p:grpSpPr>
              <a:xfrm>
                <a:off x="-387375" y="2038775"/>
                <a:ext cx="1722000" cy="578125"/>
                <a:chOff x="-387375" y="2038775"/>
                <a:chExt cx="1722000" cy="578125"/>
              </a:xfrm>
            </p:grpSpPr>
            <p:sp>
              <p:nvSpPr>
                <p:cNvPr id="3406" name="Google Shape;3406;p20"/>
                <p:cNvSpPr/>
                <p:nvPr/>
              </p:nvSpPr>
              <p:spPr>
                <a:xfrm>
                  <a:off x="-387375" y="2038775"/>
                  <a:ext cx="1722000" cy="20910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7" name="Google Shape;3407;p20"/>
                <p:cNvSpPr/>
                <p:nvPr/>
              </p:nvSpPr>
              <p:spPr>
                <a:xfrm>
                  <a:off x="-387375" y="2254000"/>
                  <a:ext cx="1722000" cy="92700"/>
                </a:xfrm>
                <a:prstGeom prst="rect">
                  <a:avLst/>
                </a:pr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8" name="Google Shape;3408;p20"/>
                <p:cNvSpPr/>
                <p:nvPr/>
              </p:nvSpPr>
              <p:spPr>
                <a:xfrm>
                  <a:off x="-387375" y="2352900"/>
                  <a:ext cx="1722000" cy="264000"/>
                </a:xfrm>
                <a:prstGeom prst="rect">
                  <a:avLst/>
                </a:pr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_AND_BODY_1_1_2">
    <p:bg>
      <p:bgPr>
        <a:solidFill>
          <a:schemeClr val="accent6"/>
        </a:solidFill>
        <a:effectLst/>
      </p:bgPr>
    </p:bg>
    <p:spTree>
      <p:nvGrpSpPr>
        <p:cNvPr id="1" name="Shape 3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2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11" name="Google Shape;3411;p21"/>
          <p:cNvSpPr txBox="1">
            <a:spLocks noGrp="1"/>
          </p:cNvSpPr>
          <p:nvPr>
            <p:ph type="title" idx="2"/>
          </p:nvPr>
        </p:nvSpPr>
        <p:spPr>
          <a:xfrm>
            <a:off x="817550" y="1691025"/>
            <a:ext cx="23241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12" name="Google Shape;3412;p21"/>
          <p:cNvSpPr txBox="1">
            <a:spLocks noGrp="1"/>
          </p:cNvSpPr>
          <p:nvPr>
            <p:ph type="subTitle" idx="1"/>
          </p:nvPr>
        </p:nvSpPr>
        <p:spPr>
          <a:xfrm>
            <a:off x="817550" y="2074724"/>
            <a:ext cx="23241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13" name="Google Shape;3413;p21"/>
          <p:cNvSpPr txBox="1">
            <a:spLocks noGrp="1"/>
          </p:cNvSpPr>
          <p:nvPr>
            <p:ph type="title" idx="3"/>
          </p:nvPr>
        </p:nvSpPr>
        <p:spPr>
          <a:xfrm>
            <a:off x="3409950" y="1691025"/>
            <a:ext cx="23241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14" name="Google Shape;3414;p21"/>
          <p:cNvSpPr txBox="1">
            <a:spLocks noGrp="1"/>
          </p:cNvSpPr>
          <p:nvPr>
            <p:ph type="subTitle" idx="4"/>
          </p:nvPr>
        </p:nvSpPr>
        <p:spPr>
          <a:xfrm>
            <a:off x="3409950" y="2074724"/>
            <a:ext cx="23241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15" name="Google Shape;3415;p21"/>
          <p:cNvSpPr txBox="1">
            <a:spLocks noGrp="1"/>
          </p:cNvSpPr>
          <p:nvPr>
            <p:ph type="title" idx="5"/>
          </p:nvPr>
        </p:nvSpPr>
        <p:spPr>
          <a:xfrm>
            <a:off x="6002350" y="1691025"/>
            <a:ext cx="23241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16" name="Google Shape;3416;p21"/>
          <p:cNvSpPr txBox="1">
            <a:spLocks noGrp="1"/>
          </p:cNvSpPr>
          <p:nvPr>
            <p:ph type="subTitle" idx="6"/>
          </p:nvPr>
        </p:nvSpPr>
        <p:spPr>
          <a:xfrm>
            <a:off x="6002350" y="2074724"/>
            <a:ext cx="23241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17" name="Google Shape;3417;p21"/>
          <p:cNvSpPr txBox="1">
            <a:spLocks noGrp="1"/>
          </p:cNvSpPr>
          <p:nvPr>
            <p:ph type="title" idx="7"/>
          </p:nvPr>
        </p:nvSpPr>
        <p:spPr>
          <a:xfrm>
            <a:off x="817550" y="3370525"/>
            <a:ext cx="23241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18" name="Google Shape;3418;p21"/>
          <p:cNvSpPr txBox="1">
            <a:spLocks noGrp="1"/>
          </p:cNvSpPr>
          <p:nvPr>
            <p:ph type="subTitle" idx="8"/>
          </p:nvPr>
        </p:nvSpPr>
        <p:spPr>
          <a:xfrm>
            <a:off x="817550" y="3754224"/>
            <a:ext cx="23241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19" name="Google Shape;3419;p21"/>
          <p:cNvSpPr txBox="1">
            <a:spLocks noGrp="1"/>
          </p:cNvSpPr>
          <p:nvPr>
            <p:ph type="title" idx="9"/>
          </p:nvPr>
        </p:nvSpPr>
        <p:spPr>
          <a:xfrm>
            <a:off x="3409950" y="3370525"/>
            <a:ext cx="23241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20" name="Google Shape;3420;p21"/>
          <p:cNvSpPr txBox="1">
            <a:spLocks noGrp="1"/>
          </p:cNvSpPr>
          <p:nvPr>
            <p:ph type="subTitle" idx="13"/>
          </p:nvPr>
        </p:nvSpPr>
        <p:spPr>
          <a:xfrm>
            <a:off x="3409950" y="3754224"/>
            <a:ext cx="23241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21" name="Google Shape;3421;p21"/>
          <p:cNvSpPr txBox="1">
            <a:spLocks noGrp="1"/>
          </p:cNvSpPr>
          <p:nvPr>
            <p:ph type="title" idx="14"/>
          </p:nvPr>
        </p:nvSpPr>
        <p:spPr>
          <a:xfrm>
            <a:off x="6002350" y="3370525"/>
            <a:ext cx="23241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22" name="Google Shape;3422;p21"/>
          <p:cNvSpPr txBox="1">
            <a:spLocks noGrp="1"/>
          </p:cNvSpPr>
          <p:nvPr>
            <p:ph type="subTitle" idx="15"/>
          </p:nvPr>
        </p:nvSpPr>
        <p:spPr>
          <a:xfrm>
            <a:off x="6002350" y="3754224"/>
            <a:ext cx="23241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_2">
    <p:bg>
      <p:bgPr>
        <a:solidFill>
          <a:schemeClr val="accent6"/>
        </a:solidFill>
        <a:effectLst/>
      </p:bgPr>
    </p:bg>
    <p:spTree>
      <p:nvGrpSpPr>
        <p:cNvPr id="1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4" name="Google Shape;3424;p22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25" name="Google Shape;3425;p22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426" name="Google Shape;3426;p22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427" name="Google Shape;3427;p22"/>
          <p:cNvGrpSpPr/>
          <p:nvPr/>
        </p:nvGrpSpPr>
        <p:grpSpPr>
          <a:xfrm>
            <a:off x="8248063" y="1554103"/>
            <a:ext cx="1443946" cy="721968"/>
            <a:chOff x="311697" y="-12"/>
            <a:chExt cx="4437449" cy="2218709"/>
          </a:xfrm>
        </p:grpSpPr>
        <p:sp>
          <p:nvSpPr>
            <p:cNvPr id="3428" name="Google Shape;3428;p22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22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22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22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22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22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22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22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22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22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22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22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22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22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22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22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22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22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22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22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22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22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22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22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22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22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22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22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22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22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22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22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22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22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22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22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22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22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22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22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22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22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22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22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22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22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22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22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22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22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22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22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22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22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22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22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22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22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22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22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22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22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22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22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22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22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22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22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22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22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22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22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22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22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22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22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22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22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22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22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22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22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22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22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22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22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22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22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22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22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22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22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22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22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22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22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22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22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22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22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22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22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22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22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22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22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22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22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22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22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22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22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22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22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22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22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22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22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22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22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22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22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22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22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22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22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22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22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22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22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22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22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22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22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22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22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22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22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22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22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22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22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22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22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22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22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22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22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22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22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22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22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22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22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22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22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22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22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22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22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22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22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22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22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22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22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22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22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22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22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22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22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22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22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22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22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22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22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22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22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22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22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22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22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22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22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22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22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22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22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22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22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22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22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22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22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22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22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22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22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22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22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22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22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22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22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22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22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22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22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22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22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22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22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22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22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22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22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22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22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22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22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22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22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22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22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22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22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22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22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22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22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22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22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22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22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22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22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22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22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22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22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22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22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22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22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22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22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22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22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22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22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22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22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22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22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22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22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22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22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22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22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22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22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22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22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22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22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22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22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22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22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22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22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22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22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22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22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22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22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22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22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22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22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22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22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22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22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22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22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22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22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22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22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22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22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22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22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22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22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22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22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22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22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22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22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22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22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22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22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22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22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22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22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22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22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22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22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22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22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22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22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22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22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22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22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22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22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22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7" name="Google Shape;3757;p22"/>
          <p:cNvGrpSpPr/>
          <p:nvPr/>
        </p:nvGrpSpPr>
        <p:grpSpPr>
          <a:xfrm>
            <a:off x="-475087" y="219803"/>
            <a:ext cx="1443946" cy="721968"/>
            <a:chOff x="311697" y="-12"/>
            <a:chExt cx="4437449" cy="2218709"/>
          </a:xfrm>
        </p:grpSpPr>
        <p:sp>
          <p:nvSpPr>
            <p:cNvPr id="3758" name="Google Shape;3758;p22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22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22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22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22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22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22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22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22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22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22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22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22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22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22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22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22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22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22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22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22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22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22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22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22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22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22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22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22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22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22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22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22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22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22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22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22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22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22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22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22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22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22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22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22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22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22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22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22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22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22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22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22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22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22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22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22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22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22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22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22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22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22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22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22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22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22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22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22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22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22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22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22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22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22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22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22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22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22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22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22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22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22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22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22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22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22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22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22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22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22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22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22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22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22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22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22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22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22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22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22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22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22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22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22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22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22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22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22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22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22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22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22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22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22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22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22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22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22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22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22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22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22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22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22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22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22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22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22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22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22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22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22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22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22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22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22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22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22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22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22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22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22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22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22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22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22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22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22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22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22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22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22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22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22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22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22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22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22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22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22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22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22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22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22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22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22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22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22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22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22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22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22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22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22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22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22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22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22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22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22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22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22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22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22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22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22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22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22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22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22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22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22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22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22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22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22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22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22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22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22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22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22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22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22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22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22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22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22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22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22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22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22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22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22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22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22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22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22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22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22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22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22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22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22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22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22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22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22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22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22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22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22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22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22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22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22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22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22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22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22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22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22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22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22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22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22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22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22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22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22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22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22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22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22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22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22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22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22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22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22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22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22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22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22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22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22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22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22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22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22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22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22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22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22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22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22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22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22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22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22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22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22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22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22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22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22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22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22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22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22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22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22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22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22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22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22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22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22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22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22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22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22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22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22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22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22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22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22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22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22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22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22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22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22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22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22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22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22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22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22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22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22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22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22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22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22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22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22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7" name="Google Shape;4087;p22"/>
          <p:cNvGrpSpPr/>
          <p:nvPr/>
        </p:nvGrpSpPr>
        <p:grpSpPr>
          <a:xfrm>
            <a:off x="-387375" y="2038775"/>
            <a:ext cx="1722000" cy="3104450"/>
            <a:chOff x="-387375" y="2038775"/>
            <a:chExt cx="1722000" cy="3104450"/>
          </a:xfrm>
        </p:grpSpPr>
        <p:sp>
          <p:nvSpPr>
            <p:cNvPr id="4088" name="Google Shape;4088;p22"/>
            <p:cNvSpPr/>
            <p:nvPr/>
          </p:nvSpPr>
          <p:spPr>
            <a:xfrm>
              <a:off x="-387375" y="2038775"/>
              <a:ext cx="1722000" cy="408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22"/>
            <p:cNvSpPr/>
            <p:nvPr/>
          </p:nvSpPr>
          <p:spPr>
            <a:xfrm>
              <a:off x="-387375" y="2442933"/>
              <a:ext cx="1722000" cy="180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22"/>
            <p:cNvSpPr/>
            <p:nvPr/>
          </p:nvSpPr>
          <p:spPr>
            <a:xfrm>
              <a:off x="-387375" y="2623825"/>
              <a:ext cx="1722000" cy="25194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1" name="Google Shape;4091;p22"/>
          <p:cNvGrpSpPr/>
          <p:nvPr/>
        </p:nvGrpSpPr>
        <p:grpSpPr>
          <a:xfrm>
            <a:off x="2424675" y="3715725"/>
            <a:ext cx="6719400" cy="1426850"/>
            <a:chOff x="2424675" y="3715725"/>
            <a:chExt cx="6719400" cy="1426850"/>
          </a:xfrm>
        </p:grpSpPr>
        <p:sp>
          <p:nvSpPr>
            <p:cNvPr id="4092" name="Google Shape;4092;p22"/>
            <p:cNvSpPr/>
            <p:nvPr/>
          </p:nvSpPr>
          <p:spPr>
            <a:xfrm>
              <a:off x="2424675" y="3715725"/>
              <a:ext cx="6719400" cy="408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22"/>
            <p:cNvSpPr/>
            <p:nvPr/>
          </p:nvSpPr>
          <p:spPr>
            <a:xfrm>
              <a:off x="2424675" y="4119883"/>
              <a:ext cx="6719400" cy="180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22"/>
            <p:cNvSpPr/>
            <p:nvPr/>
          </p:nvSpPr>
          <p:spPr>
            <a:xfrm>
              <a:off x="2424675" y="4300775"/>
              <a:ext cx="6719400" cy="8418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SECTION_HEADER_1_2_1">
    <p:bg>
      <p:bgPr>
        <a:solidFill>
          <a:schemeClr val="accent6"/>
        </a:solidFill>
        <a:effectLst/>
      </p:bgPr>
    </p:bg>
    <p:spTree>
      <p:nvGrpSpPr>
        <p:cNvPr id="1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23"/>
          <p:cNvSpPr txBox="1">
            <a:spLocks noGrp="1"/>
          </p:cNvSpPr>
          <p:nvPr>
            <p:ph type="title"/>
          </p:nvPr>
        </p:nvSpPr>
        <p:spPr>
          <a:xfrm>
            <a:off x="1334700" y="839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97" name="Google Shape;4097;p23"/>
          <p:cNvSpPr txBox="1">
            <a:spLocks noGrp="1"/>
          </p:cNvSpPr>
          <p:nvPr>
            <p:ph type="subTitle" idx="1"/>
          </p:nvPr>
        </p:nvSpPr>
        <p:spPr>
          <a:xfrm>
            <a:off x="2466750" y="1760850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98" name="Google Shape;4098;p23"/>
          <p:cNvSpPr txBox="1"/>
          <p:nvPr/>
        </p:nvSpPr>
        <p:spPr>
          <a:xfrm>
            <a:off x="2568900" y="3737600"/>
            <a:ext cx="40062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CREDITS: This presentation template was created by Slidesgo, including icons by Flaticon, and infographics &amp; images by Freepik. </a:t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oogle Shape;4100;p24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4101" name="Google Shape;4101;p24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4102" name="Google Shape;4102;p24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4103" name="Google Shape;4103;p24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4" name="Google Shape;4104;p24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5" name="Google Shape;4105;p24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6" name="Google Shape;4106;p24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24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8" name="Google Shape;4108;p24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9" name="Google Shape;4109;p24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24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1" name="Google Shape;4111;p24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2" name="Google Shape;4112;p24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24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4" name="Google Shape;4114;p24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5" name="Google Shape;4115;p24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6" name="Google Shape;4116;p24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24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24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24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24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24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24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24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24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24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24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24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24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24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24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24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2" name="Google Shape;4132;p24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3" name="Google Shape;4133;p24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4" name="Google Shape;4134;p24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5" name="Google Shape;4135;p24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24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7" name="Google Shape;4137;p24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8" name="Google Shape;4138;p24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9" name="Google Shape;4139;p24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0" name="Google Shape;4140;p24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41" name="Google Shape;4141;p24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48" name="Google Shape;4148;p24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4149" name="Google Shape;4149;p24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0" name="Google Shape;4150;p24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1" name="Google Shape;4151;p24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2" name="Google Shape;4152;p24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3" name="Google Shape;4153;p24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4" name="Google Shape;4154;p24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5" name="Google Shape;4155;p24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6" name="Google Shape;4156;p24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7" name="Google Shape;4157;p24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8" name="Google Shape;4158;p24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9" name="Google Shape;4159;p24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0" name="Google Shape;4160;p24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1" name="Google Shape;4161;p24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2" name="Google Shape;4162;p24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3" name="Google Shape;4163;p24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4" name="Google Shape;4164;p24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5" name="Google Shape;4165;p24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24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24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24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24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24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24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2" name="Google Shape;4172;p24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3" name="Google Shape;4173;p24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24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5" name="Google Shape;4175;p24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6" name="Google Shape;4176;p24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24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8" name="Google Shape;4178;p24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9" name="Google Shape;4179;p24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24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1" name="Google Shape;4181;p24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2" name="Google Shape;4182;p24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24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4" name="Google Shape;4184;p24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5" name="Google Shape;4185;p24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24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7" name="Google Shape;4187;p24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8" name="Google Shape;4188;p24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24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0" name="Google Shape;4190;p24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1" name="Google Shape;4191;p24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24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3" name="Google Shape;4193;p24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4" name="Google Shape;4194;p24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24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6" name="Google Shape;4196;p24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7" name="Google Shape;4197;p24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24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9" name="Google Shape;4199;p24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0" name="Google Shape;4200;p24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24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2" name="Google Shape;4202;p24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3" name="Google Shape;4203;p24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24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5" name="Google Shape;4205;p24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6" name="Google Shape;4206;p24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7" name="Google Shape;4207;p24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8" name="Google Shape;4208;p24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24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0" name="Google Shape;4210;p24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1" name="Google Shape;4211;p24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2" name="Google Shape;4212;p24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3" name="Google Shape;4213;p24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4" name="Google Shape;4214;p24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5" name="Google Shape;4215;p24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6" name="Google Shape;4216;p24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7" name="Google Shape;4217;p24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8" name="Google Shape;4218;p24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9" name="Google Shape;4219;p24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0" name="Google Shape;4220;p24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24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2" name="Google Shape;4222;p24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3" name="Google Shape;4223;p24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24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5" name="Google Shape;4225;p24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6" name="Google Shape;4226;p24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7" name="Google Shape;4227;p24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8" name="Google Shape;4228;p24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9" name="Google Shape;4229;p24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24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1" name="Google Shape;4231;p24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2" name="Google Shape;4232;p24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24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4" name="Google Shape;4234;p24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5" name="Google Shape;4235;p24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6" name="Google Shape;4236;p24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7" name="Google Shape;4237;p24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8" name="Google Shape;4238;p24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9" name="Google Shape;4239;p24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0" name="Google Shape;4240;p24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1" name="Google Shape;4241;p24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2" name="Google Shape;4242;p24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3" name="Google Shape;4243;p24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4" name="Google Shape;4244;p24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5" name="Google Shape;4245;p24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6" name="Google Shape;4246;p24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7" name="Google Shape;4247;p24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8" name="Google Shape;4248;p24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9" name="Google Shape;4249;p24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0" name="Google Shape;4250;p24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1" name="Google Shape;4251;p24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2" name="Google Shape;4252;p24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3" name="Google Shape;4253;p24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4" name="Google Shape;4254;p24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5" name="Google Shape;4255;p24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6" name="Google Shape;4256;p24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7" name="Google Shape;4257;p24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8" name="Google Shape;4258;p24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9" name="Google Shape;4259;p24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0" name="Google Shape;4260;p24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1" name="Google Shape;4261;p24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2" name="Google Shape;4262;p24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3" name="Google Shape;4263;p24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4" name="Google Shape;4264;p24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5" name="Google Shape;4265;p24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24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7" name="Google Shape;4267;p24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8" name="Google Shape;4268;p24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24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0" name="Google Shape;4270;p24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1" name="Google Shape;4271;p24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24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3" name="Google Shape;4273;p24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4" name="Google Shape;4274;p24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24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6" name="Google Shape;4276;p24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7" name="Google Shape;4277;p24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8" name="Google Shape;4278;p24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9" name="Google Shape;4279;p24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0" name="Google Shape;4280;p24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1" name="Google Shape;4281;p24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2" name="Google Shape;4282;p24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3" name="Google Shape;4283;p24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24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5" name="Google Shape;4285;p24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6" name="Google Shape;4286;p24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24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88" name="Google Shape;4288;p24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4289" name="Google Shape;4289;p24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24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24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24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24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24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24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24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24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24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24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24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24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24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24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24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24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24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24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24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24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24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24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24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24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24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4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4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4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4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4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4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4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4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4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24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24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4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24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24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24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24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24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24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24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24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24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24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24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24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24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24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24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24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24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24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24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24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24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24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24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24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24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24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24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24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24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24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24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24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24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24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24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24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24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24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24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24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24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24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24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24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24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24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24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24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24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24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24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24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24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24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24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24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24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24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4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24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24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4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24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24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4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24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24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4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24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24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4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24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24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24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24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24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24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24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24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24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24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24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24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24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24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24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24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24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24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24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24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24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24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24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24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24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24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24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24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24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24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24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24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24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24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24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24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24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24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24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24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24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24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24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24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24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24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24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24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24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4474" name="Google Shape;4474;p24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24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24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24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24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24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80" name="Google Shape;4480;p24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4481" name="Google Shape;4481;p24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24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24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24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24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24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24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24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489" name="Google Shape;4489;p24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1" name="Google Shape;4491;p25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4492" name="Google Shape;449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1" name="Google Shape;4821;p25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4822" name="Google Shape;482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1" name="Google Shape;5151;p25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5152" name="Google Shape;515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>
  <p:cSld name="TITLE_AND_TWO_COLUMNS_5">
    <p:spTree>
      <p:nvGrpSpPr>
        <p:cNvPr id="1" name="Shape 5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2" name="Google Shape;5482;p26"/>
          <p:cNvSpPr txBox="1">
            <a:spLocks noGrp="1"/>
          </p:cNvSpPr>
          <p:nvPr>
            <p:ph type="body" idx="1"/>
          </p:nvPr>
        </p:nvSpPr>
        <p:spPr>
          <a:xfrm>
            <a:off x="616975" y="1302400"/>
            <a:ext cx="3974100" cy="3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483" name="Google Shape;5483;p26"/>
          <p:cNvSpPr txBox="1">
            <a:spLocks noGrp="1"/>
          </p:cNvSpPr>
          <p:nvPr>
            <p:ph type="body" idx="2"/>
          </p:nvPr>
        </p:nvSpPr>
        <p:spPr>
          <a:xfrm>
            <a:off x="4419600" y="1302400"/>
            <a:ext cx="4114800" cy="3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484" name="Google Shape;5484;p26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4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5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6" name="Google Shape;5486;p27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487" name="Google Shape;5487;p27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9700" y="253999"/>
            <a:ext cx="5964600" cy="1829100"/>
          </a:xfrm>
        </p:spPr>
        <p:txBody>
          <a:bodyPr/>
          <a:lstStyle/>
          <a:p>
            <a:r>
              <a:rPr dirty="0"/>
              <a:t>AI Level Director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3050" y="2220608"/>
            <a:ext cx="5637900" cy="792600"/>
          </a:xfrm>
        </p:spPr>
        <p:txBody>
          <a:bodyPr/>
          <a:lstStyle/>
          <a:p>
            <a:r>
              <a:rPr lang="en-US">
                <a:latin typeface="Lato"/>
              </a:rPr>
              <a:t>A Designer Governed Workflow for 2D Platformer Level Iteration</a:t>
            </a:r>
          </a:p>
          <a:p>
            <a:endParaRPr lang="en-US">
              <a:latin typeface="Lato"/>
            </a:endParaRPr>
          </a:p>
          <a:p>
            <a:r>
              <a:rPr lang="en-US" sz="1200">
                <a:solidFill>
                  <a:schemeClr val="accent1"/>
                </a:solidFill>
                <a:latin typeface="Lato"/>
              </a:rPr>
              <a:t>Robert Mayfield  ·  AI Mastery Capstone  ·  Integrative Industry Synthesis</a:t>
            </a:r>
            <a:endParaRPr lang="en-US" sz="1200" dirty="0">
              <a:solidFill>
                <a:schemeClr val="accent1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latin typeface="Lato"/>
              </a:rPr>
              <a:t>Industry: independent and small team game development</a:t>
            </a:r>
          </a:p>
          <a:p>
            <a:pPr marL="139700" indent="0">
              <a:buNone/>
            </a:pPr>
            <a:endParaRPr lang="en-US"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GDC 2025 survey (3,000+ developers): 52% at companies using generative AI</a:t>
            </a:r>
          </a:p>
          <a:p>
            <a:pPr marL="139700" indent="0">
              <a:buNone/>
            </a:pPr>
            <a:endParaRPr lang="en-US"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30% see a negative impact; Top concerns: IP theft, falling quality</a:t>
            </a:r>
          </a:p>
          <a:p>
            <a:pPr marL="139700" indent="0">
              <a:buNone/>
            </a:pPr>
            <a:endParaRPr lang="en-US"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Level design – part science, part craft</a:t>
            </a:r>
          </a:p>
          <a:p>
            <a:pPr marL="139700" indent="0">
              <a:buNone/>
            </a:pPr>
            <a:endParaRPr lang="en-US"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The Gap: from "an AI can produce a candidate" to "a designer can responsibly decide what to do with it"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Context and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4754880" cy="3566160"/>
          </a:xfrm>
        </p:spPr>
        <p:txBody>
          <a:bodyPr/>
          <a:lstStyle/>
          <a:p>
            <a:r>
              <a:rPr sz="1800" dirty="0">
                <a:latin typeface="Lato"/>
              </a:rPr>
              <a:t>A compound AI system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Designer governed loop: brief, candidates, triage, playtest, feedback, complete or revise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Advisory only: never edits, never finalizes, never predicts fun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Built in three layers: interface, integration and orchestration, observability</a:t>
            </a:r>
            <a:endParaRPr sz="1800" dirty="0">
              <a:latin typeface="Lato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System Overview</a:t>
            </a:r>
          </a:p>
        </p:txBody>
      </p:sp>
      <p:pic>
        <p:nvPicPr>
          <p:cNvPr id="4" name="Picture 3" descr="slid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448525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04A7-FA0A-DCCB-F1ED-59043317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E7C109-4718-3D03-47A9-1A5FAFD42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4754880" cy="3566160"/>
          </a:xfrm>
        </p:spPr>
        <p:txBody>
          <a:bodyPr/>
          <a:lstStyle/>
          <a:p>
            <a:r>
              <a:rPr lang="en-US" sz="1800" dirty="0">
                <a:latin typeface="Lato"/>
              </a:rPr>
              <a:t>Thin Layer: Framework Agnostic Callbacks, View Models, ASCII Tile preview</a:t>
            </a:r>
          </a:p>
          <a:p>
            <a:endParaRPr lang="en-US"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Two Entry Points: </a:t>
            </a:r>
            <a:r>
              <a:rPr lang="en-US" sz="1800" dirty="0" err="1">
                <a:latin typeface="Lato"/>
              </a:rPr>
              <a:t>Gradio</a:t>
            </a:r>
            <a:r>
              <a:rPr lang="en-US" sz="1800" dirty="0">
                <a:latin typeface="Lato"/>
              </a:rPr>
              <a:t> UI and a reproducible notebook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Both call the same service façade</a:t>
            </a:r>
          </a:p>
          <a:p>
            <a:endParaRPr lang="en-US"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Never touches prior projects or storage directly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138F50-62F2-6361-9338-198A06BD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Layer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586B86-A9AB-B8A8-26E9-81105A3B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607" y="1513170"/>
            <a:ext cx="3308693" cy="310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5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F515-BAB3-8937-C6DD-2FD791E47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E46C63-68B0-3A7D-02B1-5F57F85FC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4754880" cy="3566160"/>
          </a:xfrm>
        </p:spPr>
        <p:txBody>
          <a:bodyPr/>
          <a:lstStyle/>
          <a:p>
            <a:r>
              <a:rPr lang="en-US" sz="1800" dirty="0">
                <a:latin typeface="Lato"/>
              </a:rPr>
              <a:t>Level Director Service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Candidate Lifecycle State Machine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Adapters that wrap each prior project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UI and notebook call one facade; prior projects reached only through adapters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E95922-4C3D-1899-5711-04E920A70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and Orchestration Layer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FA2132-EE2F-B88F-C00B-0ED1161DA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280160"/>
            <a:ext cx="3571370" cy="264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5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5760" y="1005840"/>
            <a:ext cx="8412480" cy="1005840"/>
          </a:xfrm>
        </p:spPr>
        <p:txBody>
          <a:bodyPr/>
          <a:lstStyle/>
          <a:p>
            <a:r>
              <a:rPr sz="1800" dirty="0">
                <a:latin typeface="Lato"/>
              </a:rPr>
              <a:t>Each candidate owns its own state; several coexist in one session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Triage and feedback drive transitions; the designer can override anytime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Revisions are new linked candidates; nothing is overwritten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Candidate Lifecycle</a:t>
            </a:r>
          </a:p>
        </p:txBody>
      </p:sp>
      <p:pic>
        <p:nvPicPr>
          <p:cNvPr id="4" name="Picture 3" descr="slide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042" y="2815910"/>
            <a:ext cx="6341915" cy="1852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7099-E814-787E-9459-A410423C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07C60A-8DB7-AC22-9D41-C6A636D5F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4206240" cy="3566160"/>
          </a:xfrm>
        </p:spPr>
        <p:txBody>
          <a:bodyPr/>
          <a:lstStyle/>
          <a:p>
            <a:r>
              <a:rPr lang="en-US" sz="1800" dirty="0">
                <a:latin typeface="Lato"/>
              </a:rPr>
              <a:t>Session Store: JSON snapshot Event Log: JSONL History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Every triage saves its full reasoning transcript and a report</a:t>
            </a:r>
          </a:p>
          <a:p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Markdown session report with a limitations disclosure</a:t>
            </a:r>
          </a:p>
          <a:p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Everything observable and reviewable</a:t>
            </a:r>
            <a:endParaRPr sz="1800" dirty="0">
              <a:latin typeface="Lat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05507-8EAC-DA48-EDE0-91C79A37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Observability Layer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EE0F3B-ECD7-BA71-23F8-6873E6925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871" y="1426929"/>
            <a:ext cx="2602557" cy="23873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88AC27-4900-BA49-5B7A-33020E752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876" y="3862111"/>
            <a:ext cx="4492424" cy="69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0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86000" y="1118795"/>
            <a:ext cx="4572000" cy="1570616"/>
          </a:xfrm>
        </p:spPr>
        <p:txBody>
          <a:bodyPr/>
          <a:lstStyle/>
          <a:p>
            <a:r>
              <a:rPr lang="en-US" sz="1800" dirty="0">
                <a:latin typeface="Lato"/>
              </a:rPr>
              <a:t>Generative AI </a:t>
            </a:r>
            <a:r>
              <a:rPr sz="1800" dirty="0">
                <a:latin typeface="Lato"/>
              </a:rPr>
              <a:t>(Transformer generator)</a:t>
            </a:r>
          </a:p>
          <a:p>
            <a:r>
              <a:rPr sz="1800" dirty="0">
                <a:latin typeface="Lato"/>
              </a:rPr>
              <a:t>Agentic AI (level design triage agent</a:t>
            </a:r>
            <a:r>
              <a:rPr lang="en-US" sz="1800" dirty="0">
                <a:latin typeface="Lato"/>
              </a:rPr>
              <a:t>)</a:t>
            </a: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Machine Learning (feedback classifier)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of Three Prior Projects</a:t>
            </a:r>
          </a:p>
        </p:txBody>
      </p:sp>
      <p:pic>
        <p:nvPicPr>
          <p:cNvPr id="4" name="Picture 3" descr="04_integration_bounda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01" y="2571750"/>
            <a:ext cx="6828997" cy="20730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E417-BC9E-2DFF-A469-0A88361F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B89475-5394-29EB-4625-FCF872FFC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4480560" cy="3566160"/>
          </a:xfrm>
        </p:spPr>
        <p:txBody>
          <a:bodyPr/>
          <a:lstStyle/>
          <a:p>
            <a:r>
              <a:rPr lang="en-US" sz="1600" dirty="0">
                <a:latin typeface="Lato"/>
              </a:rPr>
              <a:t>Candidate Source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Generates candidate segments based on a target difficulty token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Output is a draft, never a final asset</a:t>
            </a:r>
          </a:p>
          <a:p>
            <a:endParaRPr lang="en-US"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My evaluation: structurally valid, difficulty controlled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Derivative Risk: High Similarity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72FCEA-B9C8-AF27-C557-AE2EB094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(Transformer Generator)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C4606-1067-A585-30B5-DEA1CADDA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678" y="1461246"/>
            <a:ext cx="2924426" cy="299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4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0524A-EE27-12BB-0F74-5030DE6A6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85C366-5BE2-3829-A536-0B51C7DF5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4480560" cy="3566160"/>
          </a:xfrm>
        </p:spPr>
        <p:txBody>
          <a:bodyPr/>
          <a:lstStyle/>
          <a:p>
            <a:r>
              <a:rPr lang="en-US" sz="1600" dirty="0">
                <a:latin typeface="Lato"/>
              </a:rPr>
              <a:t>Multi Agent Workflow</a:t>
            </a:r>
          </a:p>
          <a:p>
            <a:endParaRPr lang="en-US"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Intent Interpreter Agent</a:t>
            </a:r>
          </a:p>
          <a:p>
            <a:r>
              <a:rPr lang="en-US" sz="1600" dirty="0">
                <a:latin typeface="Lato"/>
              </a:rPr>
              <a:t>Bounded Evaluation-Optimizer Agents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Deterministic tools for validity, difficulty, novelty, pacing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Recommends one of six actions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The agent owns judgment, not facts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C8609F-EBBE-0AC3-596A-73C44B86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AI (Level Design Triage Agent)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F7C96D-8DA3-748B-2EDF-E665F39D7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412" y="1280160"/>
            <a:ext cx="3856888" cy="301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6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1213E-95B7-20DD-1115-9256A7DD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CCFF76-257E-551C-9BE9-A8F102F15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4480560" cy="3566160"/>
          </a:xfrm>
        </p:spPr>
        <p:txBody>
          <a:bodyPr/>
          <a:lstStyle/>
          <a:p>
            <a:r>
              <a:rPr lang="en-US" sz="1600" dirty="0">
                <a:latin typeface="Lato"/>
              </a:rPr>
              <a:t>TF-IDF features + a linear SVM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Labels feedback positive or negative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Runs only after a candidate is sent to playtest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A broad, advisory signal, label only</a:t>
            </a:r>
          </a:p>
          <a:p>
            <a:pPr marL="139700" indent="0">
              <a:buNone/>
            </a:pPr>
            <a:endParaRPr sz="1600" dirty="0">
              <a:latin typeface="Lato"/>
            </a:endParaRPr>
          </a:p>
          <a:p>
            <a:r>
              <a:rPr lang="en-US" sz="1600" dirty="0">
                <a:latin typeface="Lato"/>
              </a:rPr>
              <a:t>Known limits covered in the Limitations slides</a:t>
            </a:r>
            <a:endParaRPr sz="1600" dirty="0">
              <a:latin typeface="Lat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8D5124-B8B3-3B03-CBB7-1BB767EE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(Feedback Classifier)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B459C-3C25-7B9C-2C20-9C9293623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576" y="1506104"/>
            <a:ext cx="4240304" cy="213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9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dirty="0">
                <a:latin typeface="Lato"/>
              </a:rPr>
              <a:t>Designer governed loop, not an autonomous engine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Every signal is evidence, never a verdict (no fun score)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Composable components behind adapters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A</a:t>
            </a:r>
            <a:r>
              <a:rPr sz="1800" dirty="0">
                <a:latin typeface="Lato"/>
              </a:rPr>
              <a:t> real UI, not a notebook only demo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lang="en-US"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N</a:t>
            </a:r>
            <a:r>
              <a:rPr sz="1800" dirty="0">
                <a:latin typeface="Lato"/>
              </a:rPr>
              <a:t>on destructive, audited iteration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Technical Decisions and Tradeoffs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4480560" cy="3566160"/>
          </a:xfrm>
        </p:spPr>
        <p:txBody>
          <a:bodyPr/>
          <a:lstStyle/>
          <a:p>
            <a:r>
              <a:rPr dirty="0">
                <a:latin typeface="Lato"/>
              </a:rPr>
              <a:t>Risk 1: derivative content (IP and originality)</a:t>
            </a:r>
            <a:endParaRPr lang="en-US" dirty="0">
              <a:latin typeface="Lato"/>
            </a:endParaRPr>
          </a:p>
          <a:p>
            <a:pPr marL="139700" indent="0">
              <a:buNone/>
            </a:pPr>
            <a:endParaRPr dirty="0">
              <a:latin typeface="Lato"/>
            </a:endParaRPr>
          </a:p>
          <a:p>
            <a:r>
              <a:rPr dirty="0">
                <a:latin typeface="Lato"/>
              </a:rPr>
              <a:t>Risk 2: over trust (a signal treated as a verdict)</a:t>
            </a:r>
            <a:endParaRPr lang="en-US" dirty="0">
              <a:latin typeface="Lato"/>
            </a:endParaRPr>
          </a:p>
          <a:p>
            <a:endParaRPr lang="en-US" dirty="0">
              <a:latin typeface="Lato"/>
            </a:endParaRPr>
          </a:p>
          <a:p>
            <a:r>
              <a:rPr lang="en-US" dirty="0">
                <a:latin typeface="Lato"/>
              </a:rPr>
              <a:t>Short feedback flagged; designer can override the classifier's label</a:t>
            </a:r>
          </a:p>
          <a:p>
            <a:pPr marL="139700" indent="0">
              <a:buNone/>
            </a:pPr>
            <a:endParaRPr dirty="0">
              <a:latin typeface="Lato"/>
            </a:endParaRPr>
          </a:p>
          <a:p>
            <a:r>
              <a:rPr dirty="0">
                <a:latin typeface="Lato"/>
              </a:rPr>
              <a:t>Generated levels labeled drafts; derivative risk disclosed</a:t>
            </a:r>
            <a:endParaRPr lang="en-US" dirty="0">
              <a:latin typeface="Lato"/>
            </a:endParaRPr>
          </a:p>
          <a:p>
            <a:pPr marL="139700" indent="0">
              <a:buNone/>
            </a:pPr>
            <a:endParaRPr dirty="0">
              <a:latin typeface="Lato"/>
            </a:endParaRPr>
          </a:p>
          <a:p>
            <a:r>
              <a:rPr dirty="0">
                <a:latin typeface="Lato"/>
              </a:rPr>
              <a:t>Clarification and human review states for ambiguous cases</a:t>
            </a:r>
            <a:endParaRPr lang="en-US" dirty="0">
              <a:latin typeface="Lato"/>
            </a:endParaRPr>
          </a:p>
          <a:p>
            <a:pPr marL="139700" indent="0">
              <a:buNone/>
            </a:pPr>
            <a:endParaRPr dirty="0">
              <a:latin typeface="Lato"/>
            </a:endParaRPr>
          </a:p>
          <a:p>
            <a:r>
              <a:rPr dirty="0">
                <a:latin typeface="Lato"/>
              </a:rPr>
              <a:t>Full triage reasoning saved for audit; reports disclose limit</a:t>
            </a:r>
            <a:r>
              <a:rPr lang="en-US" dirty="0">
                <a:latin typeface="Lato"/>
              </a:rPr>
              <a:t>ations</a:t>
            </a:r>
            <a:endParaRPr dirty="0">
              <a:latin typeface="Lato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and Responsible AI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C26A17-18C5-F2B7-6C41-D4D0D8C18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27800"/>
            <a:ext cx="4112671" cy="27683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5760" y="1280160"/>
            <a:ext cx="4480560" cy="3566160"/>
          </a:xfrm>
        </p:spPr>
        <p:txBody>
          <a:bodyPr/>
          <a:lstStyle/>
          <a:p>
            <a:r>
              <a:rPr sz="1200" dirty="0">
                <a:latin typeface="Lato"/>
              </a:rPr>
              <a:t>Scenario based, </a:t>
            </a:r>
            <a:r>
              <a:rPr lang="en-US" sz="1200" dirty="0">
                <a:latin typeface="Lato"/>
              </a:rPr>
              <a:t>Seven Scenarios</a:t>
            </a:r>
          </a:p>
          <a:p>
            <a:pPr marL="139700" indent="0">
              <a:buNone/>
            </a:pPr>
            <a:endParaRPr sz="1200" dirty="0">
              <a:latin typeface="Lato"/>
            </a:endParaRPr>
          </a:p>
          <a:p>
            <a:r>
              <a:rPr sz="1200" dirty="0">
                <a:latin typeface="Lato"/>
              </a:rPr>
              <a:t>A generated candidate was rejected for a structural flaw</a:t>
            </a:r>
            <a:endParaRPr lang="en-US" sz="1200" dirty="0">
              <a:latin typeface="Lato"/>
            </a:endParaRPr>
          </a:p>
          <a:p>
            <a:pPr marL="139700" indent="0">
              <a:buNone/>
            </a:pPr>
            <a:endParaRPr sz="1200" dirty="0">
              <a:latin typeface="Lato"/>
            </a:endParaRPr>
          </a:p>
          <a:p>
            <a:r>
              <a:rPr sz="1200" dirty="0">
                <a:latin typeface="Lato"/>
              </a:rPr>
              <a:t>A derivative candidate was caught and sent back</a:t>
            </a:r>
            <a:endParaRPr lang="en-US" sz="1200" dirty="0">
              <a:latin typeface="Lato"/>
            </a:endParaRPr>
          </a:p>
          <a:p>
            <a:pPr marL="139700" indent="0">
              <a:buNone/>
            </a:pPr>
            <a:endParaRPr sz="1200" dirty="0">
              <a:latin typeface="Lato"/>
            </a:endParaRPr>
          </a:p>
          <a:p>
            <a:r>
              <a:rPr sz="1200" dirty="0">
                <a:latin typeface="Lato"/>
              </a:rPr>
              <a:t>An ambiguous brief drew a clarification request, not a forced answer</a:t>
            </a:r>
            <a:endParaRPr lang="en-US" sz="1200" dirty="0">
              <a:latin typeface="Lato"/>
            </a:endParaRPr>
          </a:p>
          <a:p>
            <a:pPr marL="139700" indent="0">
              <a:buNone/>
            </a:pPr>
            <a:endParaRPr sz="1200" dirty="0">
              <a:latin typeface="Lato"/>
            </a:endParaRPr>
          </a:p>
          <a:p>
            <a:r>
              <a:rPr sz="1200" dirty="0">
                <a:latin typeface="Lato"/>
              </a:rPr>
              <a:t>Positive feedback completed; negative feedback created a linked revision</a:t>
            </a:r>
            <a:endParaRPr lang="en-US" sz="1200" dirty="0">
              <a:latin typeface="Lato"/>
            </a:endParaRPr>
          </a:p>
          <a:p>
            <a:endParaRPr lang="en-US" sz="1200" dirty="0">
              <a:latin typeface="Lato"/>
            </a:endParaRPr>
          </a:p>
          <a:p>
            <a:r>
              <a:rPr lang="en-US" sz="1200" dirty="0">
                <a:latin typeface="Lato"/>
              </a:rPr>
              <a:t>Short feedback flagged; designer overrode the classifier, original label kept</a:t>
            </a:r>
          </a:p>
          <a:p>
            <a:pPr marL="139700" indent="0">
              <a:buNone/>
            </a:pPr>
            <a:endParaRPr sz="1200" dirty="0">
              <a:latin typeface="Lato"/>
            </a:endParaRPr>
          </a:p>
          <a:p>
            <a:r>
              <a:rPr sz="1200" dirty="0">
                <a:latin typeface="Lato"/>
              </a:rPr>
              <a:t>Honest framing: sensible behavior, not proof of better outcomes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and System Behavior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B28608-D9F3-CC24-F376-A14F586FF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642" y="1280160"/>
            <a:ext cx="3527860" cy="33650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dirty="0">
                <a:latin typeface="Lato"/>
              </a:rPr>
              <a:t>Generator: small corpus, derivative risk, not production ready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Classifier: bag of words, misses negation; misreads ~30% of short negatives as positive; no calibrated confidence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Triage: heuristic difficulty; LLM judgments vary between runs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Playtest is simulated, not real players</a:t>
            </a:r>
            <a:endParaRPr lang="en-US" sz="1800" dirty="0">
              <a:latin typeface="Lato"/>
            </a:endParaRP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sz="1800" dirty="0">
                <a:latin typeface="Lato"/>
              </a:rPr>
              <a:t>Main standing risk is over reliance on advisory signals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Risks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latin typeface="Lato"/>
              </a:rPr>
              <a:t>C</a:t>
            </a:r>
            <a:r>
              <a:rPr sz="1800" dirty="0">
                <a:latin typeface="Lato"/>
              </a:rPr>
              <a:t>a</a:t>
            </a:r>
            <a:r>
              <a:rPr lang="en-US" sz="1800" dirty="0">
                <a:latin typeface="Lato"/>
              </a:rPr>
              <a:t>n a</a:t>
            </a:r>
            <a:r>
              <a:rPr sz="1800" dirty="0">
                <a:latin typeface="Lato"/>
              </a:rPr>
              <a:t> studio adopt AI without losing originality, quality, or team trust</a:t>
            </a:r>
            <a:r>
              <a:rPr lang="en-US" sz="1800" dirty="0">
                <a:latin typeface="Lato"/>
              </a:rPr>
              <a:t>?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A working pattern: specialized models in an accountable, designer governed workflow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Skills Shown: system integration, responsible AI design, tradeoff reasoning, communication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Generalizes to any creative or high stakes field adopting AI responsibly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Professional </a:t>
            </a:r>
            <a:r>
              <a:rPr lang="en-US" dirty="0"/>
              <a:t>and Industry Relevance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7E711-3B02-4B9F-734F-D7562693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B40C1C-C3C7-E783-25C2-5611FA357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latin typeface="Lato"/>
              </a:rPr>
              <a:t>Calibrated confidence on the feedback classifier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A stronger, less derivative generator</a:t>
            </a:r>
          </a:p>
          <a:p>
            <a:pPr marL="139700" indent="0">
              <a:buNone/>
            </a:pPr>
            <a:endParaRPr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Live telemetry from the deep learning project</a:t>
            </a:r>
          </a:p>
          <a:p>
            <a:endParaRPr lang="en-US" sz="1800" dirty="0">
              <a:latin typeface="Lato"/>
            </a:endParaRPr>
          </a:p>
          <a:p>
            <a:r>
              <a:rPr lang="en-US" sz="1800" dirty="0">
                <a:latin typeface="Lato"/>
              </a:rPr>
              <a:t>Connect to real players for proper user studies of design outcomes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B19C51-186D-9BCA-13A2-3BF9F1E3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and Future Improvements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000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9700" y="258787"/>
            <a:ext cx="5964600" cy="1829100"/>
          </a:xfrm>
        </p:spPr>
        <p:txBody>
          <a:bodyPr/>
          <a:lstStyle/>
          <a:p>
            <a:r>
              <a:rPr dirty="0"/>
              <a:t>AI Level Director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3050" y="2087887"/>
            <a:ext cx="5637900" cy="792600"/>
          </a:xfrm>
        </p:spPr>
        <p:txBody>
          <a:bodyPr/>
          <a:lstStyle/>
          <a:p>
            <a:r>
              <a:rPr dirty="0">
                <a:latin typeface="Lato"/>
              </a:rPr>
              <a:t>An integrated, designer governed workflow that speeds iteration without taking the design out of the designer's hands.</a:t>
            </a:r>
            <a:endParaRPr lang="en-US" dirty="0">
              <a:latin typeface="Lato"/>
            </a:endParaRPr>
          </a:p>
          <a:p>
            <a:endParaRPr dirty="0">
              <a:latin typeface="Lato"/>
            </a:endParaRPr>
          </a:p>
          <a:p>
            <a:r>
              <a:rPr dirty="0">
                <a:solidFill>
                  <a:schemeClr val="accent1"/>
                </a:solidFill>
                <a:latin typeface="Lato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 Video Games Newsletter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D966"/>
      </a:accent1>
      <a:accent2>
        <a:srgbClr val="C9741B"/>
      </a:accent2>
      <a:accent3>
        <a:srgbClr val="F1C232"/>
      </a:accent3>
      <a:accent4>
        <a:srgbClr val="FFE599"/>
      </a:accent4>
      <a:accent5>
        <a:srgbClr val="BF9000"/>
      </a:accent5>
      <a:accent6>
        <a:srgbClr val="1C4587"/>
      </a:accent6>
      <a:hlink>
        <a:srgbClr val="FFD9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12807</TotalTime>
  <Words>787</Words>
  <Application>Microsoft Office PowerPoint</Application>
  <PresentationFormat>On-screen Show (16:9)</PresentationFormat>
  <Paragraphs>153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Proxima Nova</vt:lpstr>
      <vt:lpstr>Lato Black</vt:lpstr>
      <vt:lpstr>Proxima Nova Semibold</vt:lpstr>
      <vt:lpstr>Advent Pro Medium</vt:lpstr>
      <vt:lpstr>Orbitron</vt:lpstr>
      <vt:lpstr>Arial</vt:lpstr>
      <vt:lpstr>Orbitron ExtraBold</vt:lpstr>
      <vt:lpstr>Advent Pro</vt:lpstr>
      <vt:lpstr>Lato</vt:lpstr>
      <vt:lpstr>Retro Video Games Newsletter XL by Slidesgo</vt:lpstr>
      <vt:lpstr>Slidesgo Final Pages</vt:lpstr>
      <vt:lpstr>AI Level Director Studio</vt:lpstr>
      <vt:lpstr>Industry Context and Problem</vt:lpstr>
      <vt:lpstr>Integrated System Overview</vt:lpstr>
      <vt:lpstr>UI Layer</vt:lpstr>
      <vt:lpstr>Integration and Orchestration Layer</vt:lpstr>
      <vt:lpstr>The Candidate Lifecycle</vt:lpstr>
      <vt:lpstr>Observability Layer</vt:lpstr>
      <vt:lpstr>Integration of Three Prior Projects</vt:lpstr>
      <vt:lpstr>Generative AI (Transformer Generator)</vt:lpstr>
      <vt:lpstr>Agentic AI (Level Design Triage Agent)</vt:lpstr>
      <vt:lpstr>Machine Learning (Feedback Classifier)</vt:lpstr>
      <vt:lpstr>Key Technical Decisions and Tradeoffs</vt:lpstr>
      <vt:lpstr>Ethical and Responsible AI</vt:lpstr>
      <vt:lpstr>Evaluation and System Behavior</vt:lpstr>
      <vt:lpstr>Limitations and Risks</vt:lpstr>
      <vt:lpstr>Professional and Industry Relevance</vt:lpstr>
      <vt:lpstr>Next Steps and Future Improvements</vt:lpstr>
      <vt:lpstr>AI Level Director Studio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Robert Mayfield</cp:lastModifiedBy>
  <cp:revision>46</cp:revision>
  <dcterms:modified xsi:type="dcterms:W3CDTF">2026-06-28T02:31:40Z</dcterms:modified>
</cp:coreProperties>
</file>